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4"/>
    <p:sldMasterId id="214748370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nstrument Sans Medium"/>
      <p:regular r:id="rId15"/>
      <p:bold r:id="rId16"/>
      <p:italic r:id="rId17"/>
      <p:boldItalic r:id="rId18"/>
    </p:embeddedFont>
    <p:embeddedFont>
      <p:font typeface="Instrument Sans SemiBold"/>
      <p:regular r:id="rId19"/>
      <p:bold r:id="rId20"/>
      <p:italic r:id="rId21"/>
      <p:boldItalic r:id="rId22"/>
    </p:embeddedFont>
    <p:embeddedFont>
      <p:font typeface="Outfit"/>
      <p:regular r:id="rId23"/>
      <p:bold r:id="rId24"/>
    </p:embeddedFont>
    <p:embeddedFont>
      <p:font typeface="Instrument Sans"/>
      <p:regular r:id="rId25"/>
      <p:bold r:id="rId26"/>
      <p:italic r:id="rId27"/>
      <p:boldItalic r:id="rId28"/>
    </p:embeddedFont>
    <p:embeddedFont>
      <p:font typeface="Outfit SemiBo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OutfitSemiBold-bold.fntdata"/><Relationship Id="rId20" Type="http://schemas.openxmlformats.org/officeDocument/2006/relationships/font" Target="fonts/InstrumentSansSemiBold-bold.fntdata"/><Relationship Id="rId22" Type="http://schemas.openxmlformats.org/officeDocument/2006/relationships/font" Target="fonts/InstrumentSansSemiBold-boldItalic.fntdata"/><Relationship Id="rId21" Type="http://schemas.openxmlformats.org/officeDocument/2006/relationships/font" Target="fonts/InstrumentSansSemiBold-italic.fntdata"/><Relationship Id="rId24" Type="http://schemas.openxmlformats.org/officeDocument/2006/relationships/font" Target="fonts/Outfit-bold.fntdata"/><Relationship Id="rId23" Type="http://schemas.openxmlformats.org/officeDocument/2006/relationships/font" Target="fonts/Outfit-regular.fntdata"/><Relationship Id="rId26" Type="http://schemas.openxmlformats.org/officeDocument/2006/relationships/font" Target="fonts/InstrumentSans-bold.fntdata"/><Relationship Id="rId25" Type="http://schemas.openxmlformats.org/officeDocument/2006/relationships/font" Target="fonts/InstrumentSans-regular.fntdata"/><Relationship Id="rId28" Type="http://schemas.openxmlformats.org/officeDocument/2006/relationships/font" Target="fonts/InstrumentSans-boldItalic.fntdata"/><Relationship Id="rId27" Type="http://schemas.openxmlformats.org/officeDocument/2006/relationships/font" Target="fonts/InstrumentSans-italic.fntdata"/><Relationship Id="rId29" Type="http://schemas.openxmlformats.org/officeDocument/2006/relationships/font" Target="fonts/OutfitSemiBol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strumentSansMedium-regular.fntdata"/><Relationship Id="rId14" Type="http://schemas.openxmlformats.org/officeDocument/2006/relationships/slide" Target="slides/slide8.xml"/><Relationship Id="rId17" Type="http://schemas.openxmlformats.org/officeDocument/2006/relationships/font" Target="fonts/InstrumentSansMedium-italic.fntdata"/><Relationship Id="rId16" Type="http://schemas.openxmlformats.org/officeDocument/2006/relationships/font" Target="fonts/InstrumentSansMedium-bold.fntdata"/><Relationship Id="rId19" Type="http://schemas.openxmlformats.org/officeDocument/2006/relationships/font" Target="fonts/InstrumentSansSemiBold-regular.fntdata"/><Relationship Id="rId18" Type="http://schemas.openxmlformats.org/officeDocument/2006/relationships/font" Target="fonts/InstrumentSans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75be0d7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b75be0d7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75be0d7e0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b75be0d7e0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75be0d7e0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b75be0d7e0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b75be0d7e0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b75be0d7e0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b75be0d7e0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b75be0d7e0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75be0d7e0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b75be0d7e0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75be0d7e0_0_1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b75be0d7e0_0_1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75be0d7e0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b75be0d7e0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 flipH="1">
            <a:off x="575775" y="282900"/>
            <a:ext cx="64890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" name="Google Shape;55;p14"/>
          <p:cNvSpPr/>
          <p:nvPr/>
        </p:nvSpPr>
        <p:spPr>
          <a:xfrm rot="5400000">
            <a:off x="7817600" y="-468900"/>
            <a:ext cx="291000" cy="1794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" name="Google Shape;59;p14"/>
          <p:cNvSpPr/>
          <p:nvPr>
            <p:ph idx="2" type="pic"/>
          </p:nvPr>
        </p:nvSpPr>
        <p:spPr>
          <a:xfrm>
            <a:off x="7064850" y="575175"/>
            <a:ext cx="1794600" cy="4283100"/>
          </a:xfrm>
          <a:prstGeom prst="roundRect">
            <a:avLst>
              <a:gd fmla="val 16555" name="adj"/>
            </a:avLst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3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69" name="Google Shape;69;p16"/>
          <p:cNvSpPr txBox="1"/>
          <p:nvPr>
            <p:ph idx="2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1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 flipH="1">
            <a:off x="575775" y="282900"/>
            <a:ext cx="82836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779100" y="282900"/>
            <a:ext cx="4234800" cy="457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3" name="Google Shape;73;p17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3">
    <p:bg>
      <p:bgPr>
        <a:solidFill>
          <a:schemeClr val="lt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8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77" name="Google Shape;77;p18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l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284775" y="282900"/>
            <a:ext cx="27873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19"/>
          <p:cNvSpPr txBox="1"/>
          <p:nvPr>
            <p:ph idx="1" type="subTitle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1" name="Google Shape;81;p19"/>
          <p:cNvSpPr txBox="1"/>
          <p:nvPr>
            <p:ph idx="2" type="subTitle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82" name="Google Shape;82;p19"/>
          <p:cNvSpPr txBox="1"/>
          <p:nvPr>
            <p:ph idx="3" type="subTitle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83" name="Google Shape;83;p19"/>
          <p:cNvSpPr txBox="1"/>
          <p:nvPr>
            <p:ph idx="4" type="subTitle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84" name="Google Shape;84;p19"/>
          <p:cNvSpPr txBox="1"/>
          <p:nvPr>
            <p:ph idx="5" type="subTitle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5" name="Google Shape;85;p19"/>
          <p:cNvSpPr txBox="1"/>
          <p:nvPr>
            <p:ph idx="6" type="subTitle"/>
          </p:nvPr>
        </p:nvSpPr>
        <p:spPr>
          <a:xfrm>
            <a:off x="6242100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6" name="Google Shape;86;p19"/>
          <p:cNvSpPr txBox="1"/>
          <p:nvPr>
            <p:ph idx="7" type="subTitle"/>
          </p:nvPr>
        </p:nvSpPr>
        <p:spPr>
          <a:xfrm>
            <a:off x="3348525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7" name="Google Shape;87;p19"/>
          <p:cNvSpPr txBox="1"/>
          <p:nvPr>
            <p:ph idx="8" type="subTitle"/>
          </p:nvPr>
        </p:nvSpPr>
        <p:spPr>
          <a:xfrm>
            <a:off x="6242100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88" name="Google Shape;88;p19"/>
          <p:cNvSpPr txBox="1"/>
          <p:nvPr>
            <p:ph idx="9" type="subTitle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idx="13" type="subTitle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14" type="subTitle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5" type="subTitle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6" type="subTitle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7" type="subTitle"/>
          </p:nvPr>
        </p:nvSpPr>
        <p:spPr>
          <a:xfrm>
            <a:off x="6242100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8" type="subTitle"/>
          </p:nvPr>
        </p:nvSpPr>
        <p:spPr>
          <a:xfrm>
            <a:off x="3348525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9" type="subTitle"/>
          </p:nvPr>
        </p:nvSpPr>
        <p:spPr>
          <a:xfrm>
            <a:off x="6242100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_1"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/>
          <p:nvPr>
            <p:ph idx="2" type="pic"/>
          </p:nvPr>
        </p:nvSpPr>
        <p:spPr>
          <a:xfrm>
            <a:off x="284650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98" name="Google Shape;98;p20"/>
          <p:cNvSpPr txBox="1"/>
          <p:nvPr>
            <p:ph type="title"/>
          </p:nvPr>
        </p:nvSpPr>
        <p:spPr>
          <a:xfrm>
            <a:off x="284775" y="282900"/>
            <a:ext cx="7851300" cy="6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9" name="Google Shape;99;p20"/>
          <p:cNvSpPr txBox="1"/>
          <p:nvPr>
            <p:ph idx="1" type="subTitle"/>
          </p:nvPr>
        </p:nvSpPr>
        <p:spPr>
          <a:xfrm>
            <a:off x="1009725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20"/>
          <p:cNvSpPr/>
          <p:nvPr>
            <p:ph idx="3" type="pic"/>
          </p:nvPr>
        </p:nvSpPr>
        <p:spPr>
          <a:xfrm>
            <a:off x="284650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4" type="pic"/>
          </p:nvPr>
        </p:nvSpPr>
        <p:spPr>
          <a:xfrm>
            <a:off x="3178288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5" type="pic"/>
          </p:nvPr>
        </p:nvSpPr>
        <p:spPr>
          <a:xfrm>
            <a:off x="3178288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3" name="Google Shape;103;p20"/>
          <p:cNvSpPr/>
          <p:nvPr>
            <p:ph idx="6" type="pic"/>
          </p:nvPr>
        </p:nvSpPr>
        <p:spPr>
          <a:xfrm>
            <a:off x="6071925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4" name="Google Shape;104;p20"/>
          <p:cNvSpPr/>
          <p:nvPr>
            <p:ph idx="7" type="pic"/>
          </p:nvPr>
        </p:nvSpPr>
        <p:spPr>
          <a:xfrm>
            <a:off x="6071925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5" name="Google Shape;105;p20"/>
          <p:cNvSpPr txBox="1"/>
          <p:nvPr>
            <p:ph idx="8" type="subTitle"/>
          </p:nvPr>
        </p:nvSpPr>
        <p:spPr>
          <a:xfrm>
            <a:off x="3902538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9" type="subTitle"/>
          </p:nvPr>
        </p:nvSpPr>
        <p:spPr>
          <a:xfrm>
            <a:off x="6795350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3" type="subTitle"/>
          </p:nvPr>
        </p:nvSpPr>
        <p:spPr>
          <a:xfrm>
            <a:off x="1009725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4" type="subTitle"/>
          </p:nvPr>
        </p:nvSpPr>
        <p:spPr>
          <a:xfrm>
            <a:off x="3902538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5" type="subTitle"/>
          </p:nvPr>
        </p:nvSpPr>
        <p:spPr>
          <a:xfrm>
            <a:off x="6795350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5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284775" y="282900"/>
            <a:ext cx="85824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18026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3" name="Google Shape;113;p21"/>
          <p:cNvSpPr txBox="1"/>
          <p:nvPr>
            <p:ph idx="2" type="subTitle"/>
          </p:nvPr>
        </p:nvSpPr>
        <p:spPr>
          <a:xfrm>
            <a:off x="36109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4" name="Google Shape;114;p21"/>
          <p:cNvSpPr txBox="1"/>
          <p:nvPr>
            <p:ph idx="3" type="subTitle"/>
          </p:nvPr>
        </p:nvSpPr>
        <p:spPr>
          <a:xfrm>
            <a:off x="54192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5" name="Google Shape;115;p21"/>
          <p:cNvSpPr txBox="1"/>
          <p:nvPr>
            <p:ph idx="4" type="subTitle"/>
          </p:nvPr>
        </p:nvSpPr>
        <p:spPr>
          <a:xfrm>
            <a:off x="72275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6" name="Google Shape;116;p21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17" name="Google Shape;117;p21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>
            <p:ph idx="2" type="pic"/>
          </p:nvPr>
        </p:nvSpPr>
        <p:spPr>
          <a:xfrm>
            <a:off x="2210800" y="1984500"/>
            <a:ext cx="1828800" cy="1828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22"/>
          <p:cNvSpPr txBox="1"/>
          <p:nvPr>
            <p:ph type="title"/>
          </p:nvPr>
        </p:nvSpPr>
        <p:spPr>
          <a:xfrm>
            <a:off x="1739950" y="282900"/>
            <a:ext cx="42342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4624900" y="3199050"/>
            <a:ext cx="2787600" cy="14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122" name="Google Shape;122;p22"/>
          <p:cNvSpPr txBox="1"/>
          <p:nvPr>
            <p:ph idx="3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3" name="Google Shape;123;p22"/>
          <p:cNvSpPr txBox="1"/>
          <p:nvPr>
            <p:ph idx="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24" name="Google Shape;124;p22"/>
          <p:cNvSpPr txBox="1"/>
          <p:nvPr>
            <p:ph idx="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25" name="Google Shape;125;p22"/>
          <p:cNvSpPr txBox="1"/>
          <p:nvPr>
            <p:ph idx="6" type="body"/>
          </p:nvPr>
        </p:nvSpPr>
        <p:spPr>
          <a:xfrm>
            <a:off x="5412150" y="1666450"/>
            <a:ext cx="3421500" cy="9696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3175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3">
  <p:cSld name="CUSTOM_10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28" name="Google Shape;128;p23"/>
          <p:cNvSpPr txBox="1"/>
          <p:nvPr>
            <p:ph idx="2" type="body"/>
          </p:nvPr>
        </p:nvSpPr>
        <p:spPr>
          <a:xfrm>
            <a:off x="4223075" y="3141232"/>
            <a:ext cx="27876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9" name="Google Shape;129;p23"/>
          <p:cNvSpPr txBox="1"/>
          <p:nvPr>
            <p:ph type="title"/>
          </p:nvPr>
        </p:nvSpPr>
        <p:spPr>
          <a:xfrm>
            <a:off x="4223075" y="2623350"/>
            <a:ext cx="24435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0" name="Google Shape;130;p23"/>
          <p:cNvSpPr/>
          <p:nvPr>
            <p:ph idx="3" type="pic"/>
          </p:nvPr>
        </p:nvSpPr>
        <p:spPr>
          <a:xfrm>
            <a:off x="1901125" y="476725"/>
            <a:ext cx="383700" cy="39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1" name="Google Shape;131;p23"/>
          <p:cNvSpPr txBox="1"/>
          <p:nvPr>
            <p:ph idx="4" type="title"/>
          </p:nvPr>
        </p:nvSpPr>
        <p:spPr>
          <a:xfrm>
            <a:off x="3072075" y="282900"/>
            <a:ext cx="5787300" cy="21123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32" name="Google Shape;132;p23"/>
          <p:cNvSpPr txBox="1"/>
          <p:nvPr>
            <p:ph idx="5" type="title"/>
          </p:nvPr>
        </p:nvSpPr>
        <p:spPr>
          <a:xfrm>
            <a:off x="1731400" y="3108325"/>
            <a:ext cx="2337000" cy="152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6" type="title"/>
          </p:nvPr>
        </p:nvSpPr>
        <p:spPr>
          <a:xfrm>
            <a:off x="7116525" y="2623350"/>
            <a:ext cx="17424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7" type="body"/>
          </p:nvPr>
        </p:nvSpPr>
        <p:spPr>
          <a:xfrm>
            <a:off x="7116525" y="3141225"/>
            <a:ext cx="17424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5" name="Google Shape;135;p23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36" name="Google Shape;136;p23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3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1731400" y="435300"/>
            <a:ext cx="3510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5348925" y="779548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0" name="Google Shape;140;p24"/>
          <p:cNvSpPr txBox="1"/>
          <p:nvPr>
            <p:ph idx="2" type="title"/>
          </p:nvPr>
        </p:nvSpPr>
        <p:spPr>
          <a:xfrm>
            <a:off x="5348925" y="286031"/>
            <a:ext cx="3378900" cy="430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41" name="Google Shape;141;p24"/>
          <p:cNvSpPr txBox="1"/>
          <p:nvPr>
            <p:ph idx="3" type="body"/>
          </p:nvPr>
        </p:nvSpPr>
        <p:spPr>
          <a:xfrm>
            <a:off x="5348925" y="2225851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2" name="Google Shape;142;p24"/>
          <p:cNvSpPr txBox="1"/>
          <p:nvPr>
            <p:ph idx="4" type="title"/>
          </p:nvPr>
        </p:nvSpPr>
        <p:spPr>
          <a:xfrm>
            <a:off x="5348925" y="1767224"/>
            <a:ext cx="3378900" cy="3957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43" name="Google Shape;143;p24"/>
          <p:cNvSpPr txBox="1"/>
          <p:nvPr>
            <p:ph idx="5" type="body"/>
          </p:nvPr>
        </p:nvSpPr>
        <p:spPr>
          <a:xfrm>
            <a:off x="5348925" y="3672155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4" name="Google Shape;144;p24"/>
          <p:cNvSpPr txBox="1"/>
          <p:nvPr>
            <p:ph idx="6" type="title"/>
          </p:nvPr>
        </p:nvSpPr>
        <p:spPr>
          <a:xfrm>
            <a:off x="5348925" y="3251722"/>
            <a:ext cx="33789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7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6" name="Google Shape;146;p24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7" name="Google Shape;147;p24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BLANK_1_1_1_1_1_1_1_1_1_1_1_1_1_1_4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655475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0" name="Google Shape;150;p25"/>
          <p:cNvSpPr txBox="1"/>
          <p:nvPr>
            <p:ph idx="2" type="body"/>
          </p:nvPr>
        </p:nvSpPr>
        <p:spPr>
          <a:xfrm>
            <a:off x="173140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1" name="Google Shape;151;p25"/>
          <p:cNvSpPr txBox="1"/>
          <p:nvPr>
            <p:ph idx="3" type="body"/>
          </p:nvPr>
        </p:nvSpPr>
        <p:spPr>
          <a:xfrm>
            <a:off x="4143075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2" name="Google Shape;152;p25"/>
          <p:cNvSpPr txBox="1"/>
          <p:nvPr>
            <p:ph type="title"/>
          </p:nvPr>
        </p:nvSpPr>
        <p:spPr>
          <a:xfrm>
            <a:off x="173140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3" name="Google Shape;153;p25"/>
          <p:cNvSpPr txBox="1"/>
          <p:nvPr>
            <p:ph idx="4" type="subTitle"/>
          </p:nvPr>
        </p:nvSpPr>
        <p:spPr>
          <a:xfrm>
            <a:off x="173140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5" type="title"/>
          </p:nvPr>
        </p:nvSpPr>
        <p:spPr>
          <a:xfrm>
            <a:off x="4143075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5" name="Google Shape;155;p25"/>
          <p:cNvSpPr txBox="1"/>
          <p:nvPr>
            <p:ph idx="6" type="subTitle"/>
          </p:nvPr>
        </p:nvSpPr>
        <p:spPr>
          <a:xfrm>
            <a:off x="4143075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7" type="title"/>
          </p:nvPr>
        </p:nvSpPr>
        <p:spPr>
          <a:xfrm>
            <a:off x="655475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7" name="Google Shape;157;p25"/>
          <p:cNvSpPr txBox="1"/>
          <p:nvPr>
            <p:ph idx="8" type="subTitle"/>
          </p:nvPr>
        </p:nvSpPr>
        <p:spPr>
          <a:xfrm>
            <a:off x="655475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59" name="Google Shape;159;p25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60" name="Google Shape;160;p25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1_4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63" name="Google Shape;163;p26"/>
          <p:cNvSpPr txBox="1"/>
          <p:nvPr>
            <p:ph idx="2" type="body"/>
          </p:nvPr>
        </p:nvSpPr>
        <p:spPr>
          <a:xfrm>
            <a:off x="1731400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4" name="Google Shape;164;p26"/>
          <p:cNvSpPr txBox="1"/>
          <p:nvPr>
            <p:ph idx="3" type="body"/>
          </p:nvPr>
        </p:nvSpPr>
        <p:spPr>
          <a:xfrm>
            <a:off x="4143963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5" name="Google Shape;165;p26"/>
          <p:cNvSpPr txBox="1"/>
          <p:nvPr>
            <p:ph idx="4" type="body"/>
          </p:nvPr>
        </p:nvSpPr>
        <p:spPr>
          <a:xfrm>
            <a:off x="6556525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6" name="Google Shape;166;p26"/>
          <p:cNvSpPr/>
          <p:nvPr>
            <p:ph idx="5" type="pic"/>
          </p:nvPr>
        </p:nvSpPr>
        <p:spPr>
          <a:xfrm>
            <a:off x="1733625" y="1872750"/>
            <a:ext cx="2304000" cy="748500"/>
          </a:xfrm>
          <a:prstGeom prst="roundRect">
            <a:avLst>
              <a:gd fmla="val 15661" name="adj"/>
            </a:avLst>
          </a:prstGeom>
          <a:noFill/>
          <a:ln>
            <a:noFill/>
          </a:ln>
        </p:spPr>
      </p:sp>
      <p:sp>
        <p:nvSpPr>
          <p:cNvPr id="167" name="Google Shape;167;p26"/>
          <p:cNvSpPr/>
          <p:nvPr>
            <p:ph idx="6" type="pic"/>
          </p:nvPr>
        </p:nvSpPr>
        <p:spPr>
          <a:xfrm>
            <a:off x="4144025" y="1872750"/>
            <a:ext cx="2304000" cy="10755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68" name="Google Shape;168;p26"/>
          <p:cNvSpPr/>
          <p:nvPr>
            <p:ph idx="7" type="pic"/>
          </p:nvPr>
        </p:nvSpPr>
        <p:spPr>
          <a:xfrm>
            <a:off x="6556525" y="1872750"/>
            <a:ext cx="2304000" cy="1286700"/>
          </a:xfrm>
          <a:prstGeom prst="roundRect">
            <a:avLst>
              <a:gd fmla="val 12543" name="adj"/>
            </a:avLst>
          </a:prstGeom>
          <a:noFill/>
          <a:ln>
            <a:noFill/>
          </a:ln>
        </p:spPr>
      </p:sp>
      <p:sp>
        <p:nvSpPr>
          <p:cNvPr id="169" name="Google Shape;169;p26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70" name="Google Shape;170;p26"/>
          <p:cNvSpPr txBox="1"/>
          <p:nvPr>
            <p:ph idx="8" type="title"/>
          </p:nvPr>
        </p:nvSpPr>
        <p:spPr>
          <a:xfrm>
            <a:off x="1731400" y="26233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1" name="Google Shape;171;p26"/>
          <p:cNvSpPr txBox="1"/>
          <p:nvPr>
            <p:ph idx="9" type="title"/>
          </p:nvPr>
        </p:nvSpPr>
        <p:spPr>
          <a:xfrm>
            <a:off x="4143963" y="29845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2" name="Google Shape;172;p26"/>
          <p:cNvSpPr txBox="1"/>
          <p:nvPr>
            <p:ph idx="13" type="title"/>
          </p:nvPr>
        </p:nvSpPr>
        <p:spPr>
          <a:xfrm>
            <a:off x="6556525" y="3219175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73" name="Google Shape;173;p26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4" name="Google Shape;174;p26"/>
          <p:cNvSpPr txBox="1"/>
          <p:nvPr>
            <p:ph idx="1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CUSTOM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17331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7" name="Google Shape;177;p27"/>
          <p:cNvSpPr txBox="1"/>
          <p:nvPr>
            <p:ph idx="2" type="body"/>
          </p:nvPr>
        </p:nvSpPr>
        <p:spPr>
          <a:xfrm>
            <a:off x="414308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8" name="Google Shape;178;p27"/>
          <p:cNvSpPr txBox="1"/>
          <p:nvPr>
            <p:ph idx="3" type="body"/>
          </p:nvPr>
        </p:nvSpPr>
        <p:spPr>
          <a:xfrm>
            <a:off x="65530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9" name="Google Shape;179;p27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0" name="Google Shape;180;p27"/>
          <p:cNvSpPr/>
          <p:nvPr>
            <p:ph idx="4" type="pic"/>
          </p:nvPr>
        </p:nvSpPr>
        <p:spPr>
          <a:xfrm>
            <a:off x="4144025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81" name="Google Shape;181;p27"/>
          <p:cNvSpPr/>
          <p:nvPr>
            <p:ph idx="5" type="pic"/>
          </p:nvPr>
        </p:nvSpPr>
        <p:spPr>
          <a:xfrm>
            <a:off x="17332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82" name="Google Shape;182;p27"/>
          <p:cNvSpPr txBox="1"/>
          <p:nvPr>
            <p:ph idx="6" type="title"/>
          </p:nvPr>
        </p:nvSpPr>
        <p:spPr>
          <a:xfrm>
            <a:off x="17331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83" name="Google Shape;183;p27"/>
          <p:cNvSpPr/>
          <p:nvPr>
            <p:ph idx="7" type="pic"/>
          </p:nvPr>
        </p:nvSpPr>
        <p:spPr>
          <a:xfrm>
            <a:off x="65566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84" name="Google Shape;184;p27"/>
          <p:cNvSpPr txBox="1"/>
          <p:nvPr>
            <p:ph idx="8" type="title"/>
          </p:nvPr>
        </p:nvSpPr>
        <p:spPr>
          <a:xfrm>
            <a:off x="17331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5" name="Google Shape;185;p27"/>
          <p:cNvSpPr txBox="1"/>
          <p:nvPr>
            <p:ph idx="9" type="title"/>
          </p:nvPr>
        </p:nvSpPr>
        <p:spPr>
          <a:xfrm>
            <a:off x="414310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86" name="Google Shape;186;p27"/>
          <p:cNvSpPr txBox="1"/>
          <p:nvPr>
            <p:ph idx="13" type="title"/>
          </p:nvPr>
        </p:nvSpPr>
        <p:spPr>
          <a:xfrm>
            <a:off x="414310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7" name="Google Shape;187;p27"/>
          <p:cNvSpPr txBox="1"/>
          <p:nvPr>
            <p:ph idx="14" type="title"/>
          </p:nvPr>
        </p:nvSpPr>
        <p:spPr>
          <a:xfrm>
            <a:off x="65530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88" name="Google Shape;188;p27"/>
          <p:cNvSpPr txBox="1"/>
          <p:nvPr>
            <p:ph idx="15" type="title"/>
          </p:nvPr>
        </p:nvSpPr>
        <p:spPr>
          <a:xfrm>
            <a:off x="65530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9" name="Google Shape;189;p27"/>
          <p:cNvSpPr txBox="1"/>
          <p:nvPr>
            <p:ph idx="16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90" name="Google Shape;190;p27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1_4_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173140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28"/>
          <p:cNvSpPr txBox="1"/>
          <p:nvPr>
            <p:ph idx="2" type="body"/>
          </p:nvPr>
        </p:nvSpPr>
        <p:spPr>
          <a:xfrm>
            <a:off x="4143075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4" name="Google Shape;194;p28"/>
          <p:cNvSpPr txBox="1"/>
          <p:nvPr>
            <p:ph idx="3" type="body"/>
          </p:nvPr>
        </p:nvSpPr>
        <p:spPr>
          <a:xfrm>
            <a:off x="655475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5" name="Google Shape;195;p28"/>
          <p:cNvSpPr txBox="1"/>
          <p:nvPr>
            <p:ph idx="4" type="subTitle"/>
          </p:nvPr>
        </p:nvSpPr>
        <p:spPr>
          <a:xfrm>
            <a:off x="173140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96" name="Google Shape;196;p28"/>
          <p:cNvSpPr txBox="1"/>
          <p:nvPr>
            <p:ph idx="5" type="subTitle"/>
          </p:nvPr>
        </p:nvSpPr>
        <p:spPr>
          <a:xfrm>
            <a:off x="4143075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97" name="Google Shape;197;p28"/>
          <p:cNvSpPr txBox="1"/>
          <p:nvPr>
            <p:ph idx="6" type="subTitle"/>
          </p:nvPr>
        </p:nvSpPr>
        <p:spPr>
          <a:xfrm>
            <a:off x="655475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98" name="Google Shape;198;p28"/>
          <p:cNvSpPr txBox="1"/>
          <p:nvPr>
            <p:ph type="title"/>
          </p:nvPr>
        </p:nvSpPr>
        <p:spPr>
          <a:xfrm>
            <a:off x="173140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99" name="Google Shape;199;p28"/>
          <p:cNvSpPr txBox="1"/>
          <p:nvPr>
            <p:ph idx="7" type="title"/>
          </p:nvPr>
        </p:nvSpPr>
        <p:spPr>
          <a:xfrm>
            <a:off x="4143075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0" name="Google Shape;200;p28"/>
          <p:cNvSpPr txBox="1"/>
          <p:nvPr>
            <p:ph idx="8" type="title"/>
          </p:nvPr>
        </p:nvSpPr>
        <p:spPr>
          <a:xfrm>
            <a:off x="655475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1" name="Google Shape;201;p28"/>
          <p:cNvSpPr txBox="1"/>
          <p:nvPr>
            <p:ph idx="9" type="title"/>
          </p:nvPr>
        </p:nvSpPr>
        <p:spPr>
          <a:xfrm>
            <a:off x="284775" y="282900"/>
            <a:ext cx="8574900" cy="10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02" name="Google Shape;202;p28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3" name="Google Shape;203;p28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284775" y="282900"/>
            <a:ext cx="35121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6795150" y="509451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7" name="Google Shape;207;p29"/>
          <p:cNvSpPr txBox="1"/>
          <p:nvPr>
            <p:ph idx="2" type="title"/>
          </p:nvPr>
        </p:nvSpPr>
        <p:spPr>
          <a:xfrm>
            <a:off x="5494245" y="509451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8" name="Google Shape;208;p29"/>
          <p:cNvSpPr txBox="1"/>
          <p:nvPr>
            <p:ph idx="3" type="body"/>
          </p:nvPr>
        </p:nvSpPr>
        <p:spPr>
          <a:xfrm>
            <a:off x="6795150" y="1596758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9" name="Google Shape;209;p29"/>
          <p:cNvSpPr txBox="1"/>
          <p:nvPr>
            <p:ph idx="4" type="title"/>
          </p:nvPr>
        </p:nvSpPr>
        <p:spPr>
          <a:xfrm>
            <a:off x="5494245" y="1596758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0" name="Google Shape;210;p29"/>
          <p:cNvSpPr txBox="1"/>
          <p:nvPr>
            <p:ph idx="5" type="body"/>
          </p:nvPr>
        </p:nvSpPr>
        <p:spPr>
          <a:xfrm>
            <a:off x="6795150" y="2684065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1" name="Google Shape;211;p29"/>
          <p:cNvSpPr txBox="1"/>
          <p:nvPr>
            <p:ph idx="6" type="title"/>
          </p:nvPr>
        </p:nvSpPr>
        <p:spPr>
          <a:xfrm>
            <a:off x="5494245" y="2684065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2" name="Google Shape;212;p29"/>
          <p:cNvSpPr txBox="1"/>
          <p:nvPr>
            <p:ph idx="7" type="body"/>
          </p:nvPr>
        </p:nvSpPr>
        <p:spPr>
          <a:xfrm>
            <a:off x="6795150" y="3771372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3" name="Google Shape;213;p29"/>
          <p:cNvSpPr txBox="1"/>
          <p:nvPr>
            <p:ph idx="8" type="title"/>
          </p:nvPr>
        </p:nvSpPr>
        <p:spPr>
          <a:xfrm>
            <a:off x="5494245" y="3771372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4" name="Google Shape;214;p29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5" name="Google Shape;215;p29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6" name="Google Shape;216;p29"/>
          <p:cNvSpPr txBox="1"/>
          <p:nvPr>
            <p:ph idx="14" type="title"/>
          </p:nvPr>
        </p:nvSpPr>
        <p:spPr>
          <a:xfrm>
            <a:off x="4731400" y="509451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29"/>
          <p:cNvSpPr txBox="1"/>
          <p:nvPr>
            <p:ph idx="15" type="title"/>
          </p:nvPr>
        </p:nvSpPr>
        <p:spPr>
          <a:xfrm>
            <a:off x="4731400" y="1596758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16" type="title"/>
          </p:nvPr>
        </p:nvSpPr>
        <p:spPr>
          <a:xfrm>
            <a:off x="4731400" y="2684065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29"/>
          <p:cNvSpPr txBox="1"/>
          <p:nvPr>
            <p:ph idx="17" type="title"/>
          </p:nvPr>
        </p:nvSpPr>
        <p:spPr>
          <a:xfrm>
            <a:off x="4731400" y="3771372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4">
  <p:cSld name="CUSTOM_2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6071873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2" name="Google Shape;222;p30"/>
          <p:cNvSpPr txBox="1"/>
          <p:nvPr>
            <p:ph idx="2" type="body"/>
          </p:nvPr>
        </p:nvSpPr>
        <p:spPr>
          <a:xfrm>
            <a:off x="3178225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3" name="Google Shape;223;p30"/>
          <p:cNvSpPr txBox="1"/>
          <p:nvPr>
            <p:ph idx="3" type="body"/>
          </p:nvPr>
        </p:nvSpPr>
        <p:spPr>
          <a:xfrm>
            <a:off x="6071873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4" name="Google Shape;224;p30"/>
          <p:cNvSpPr txBox="1"/>
          <p:nvPr>
            <p:ph idx="4" type="body"/>
          </p:nvPr>
        </p:nvSpPr>
        <p:spPr>
          <a:xfrm>
            <a:off x="3178225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5" name="Google Shape;225;p30"/>
          <p:cNvSpPr txBox="1"/>
          <p:nvPr>
            <p:ph type="title"/>
          </p:nvPr>
        </p:nvSpPr>
        <p:spPr>
          <a:xfrm>
            <a:off x="3178383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6" name="Google Shape;226;p30"/>
          <p:cNvSpPr txBox="1"/>
          <p:nvPr>
            <p:ph idx="5" type="title"/>
          </p:nvPr>
        </p:nvSpPr>
        <p:spPr>
          <a:xfrm>
            <a:off x="6072048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27" name="Google Shape;227;p30"/>
          <p:cNvSpPr txBox="1"/>
          <p:nvPr>
            <p:ph idx="6" type="title"/>
          </p:nvPr>
        </p:nvSpPr>
        <p:spPr>
          <a:xfrm>
            <a:off x="3178383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28" name="Google Shape;228;p30"/>
          <p:cNvSpPr txBox="1"/>
          <p:nvPr>
            <p:ph idx="7" type="title"/>
          </p:nvPr>
        </p:nvSpPr>
        <p:spPr>
          <a:xfrm>
            <a:off x="6072048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29" name="Google Shape;229;p30"/>
          <p:cNvSpPr txBox="1"/>
          <p:nvPr>
            <p:ph idx="8" type="title"/>
          </p:nvPr>
        </p:nvSpPr>
        <p:spPr>
          <a:xfrm>
            <a:off x="284775" y="282900"/>
            <a:ext cx="2787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30" name="Google Shape;230;p30"/>
          <p:cNvSpPr txBox="1"/>
          <p:nvPr>
            <p:ph idx="9" type="body"/>
          </p:nvPr>
        </p:nvSpPr>
        <p:spPr>
          <a:xfrm>
            <a:off x="284775" y="3598975"/>
            <a:ext cx="2064000" cy="103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231" name="Google Shape;231;p30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2" name="Google Shape;232;p30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5">
  <p:cSld name="CUSTOM_6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705482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35" name="Google Shape;235;p31"/>
          <p:cNvSpPr txBox="1"/>
          <p:nvPr>
            <p:ph idx="2" type="title"/>
          </p:nvPr>
        </p:nvSpPr>
        <p:spPr>
          <a:xfrm>
            <a:off x="524965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36" name="Google Shape;236;p31"/>
          <p:cNvSpPr txBox="1"/>
          <p:nvPr>
            <p:ph idx="3" type="title"/>
          </p:nvPr>
        </p:nvSpPr>
        <p:spPr>
          <a:xfrm>
            <a:off x="344447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37" name="Google Shape;237;p31"/>
          <p:cNvSpPr txBox="1"/>
          <p:nvPr>
            <p:ph idx="4" type="title"/>
          </p:nvPr>
        </p:nvSpPr>
        <p:spPr>
          <a:xfrm>
            <a:off x="162490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38" name="Google Shape;238;p31"/>
          <p:cNvSpPr txBox="1"/>
          <p:nvPr>
            <p:ph idx="1" type="body"/>
          </p:nvPr>
        </p:nvSpPr>
        <p:spPr>
          <a:xfrm>
            <a:off x="524965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31"/>
          <p:cNvSpPr txBox="1"/>
          <p:nvPr>
            <p:ph idx="5" type="body"/>
          </p:nvPr>
        </p:nvSpPr>
        <p:spPr>
          <a:xfrm>
            <a:off x="344447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0" name="Google Shape;240;p31"/>
          <p:cNvSpPr txBox="1"/>
          <p:nvPr>
            <p:ph idx="6"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31"/>
          <p:cNvSpPr txBox="1"/>
          <p:nvPr>
            <p:ph idx="7" type="title"/>
          </p:nvPr>
        </p:nvSpPr>
        <p:spPr>
          <a:xfrm>
            <a:off x="284800" y="220650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42" name="Google Shape;242;p31"/>
          <p:cNvSpPr txBox="1"/>
          <p:nvPr>
            <p:ph idx="8" type="title"/>
          </p:nvPr>
        </p:nvSpPr>
        <p:spPr>
          <a:xfrm>
            <a:off x="284800" y="2939825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4" name="Google Shape;244;p31"/>
          <p:cNvSpPr txBox="1"/>
          <p:nvPr>
            <p:ph idx="13" type="title"/>
          </p:nvPr>
        </p:nvSpPr>
        <p:spPr>
          <a:xfrm>
            <a:off x="284800" y="382555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6" name="Google Shape;246;p31"/>
          <p:cNvSpPr txBox="1"/>
          <p:nvPr>
            <p:ph idx="15" type="body"/>
          </p:nvPr>
        </p:nvSpPr>
        <p:spPr>
          <a:xfrm>
            <a:off x="162490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6" type="body"/>
          </p:nvPr>
        </p:nvSpPr>
        <p:spPr>
          <a:xfrm>
            <a:off x="705482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8" name="Google Shape;248;p31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6">
  <p:cSld name="CUSTOM_9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idx="1" type="body"/>
          </p:nvPr>
        </p:nvSpPr>
        <p:spPr>
          <a:xfrm>
            <a:off x="679515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type="title"/>
          </p:nvPr>
        </p:nvSpPr>
        <p:spPr>
          <a:xfrm>
            <a:off x="679515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2" name="Google Shape;252;p32"/>
          <p:cNvSpPr txBox="1"/>
          <p:nvPr>
            <p:ph idx="2" type="body"/>
          </p:nvPr>
        </p:nvSpPr>
        <p:spPr>
          <a:xfrm>
            <a:off x="3901625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3" name="Google Shape;253;p32"/>
          <p:cNvSpPr txBox="1"/>
          <p:nvPr>
            <p:ph idx="3" type="body"/>
          </p:nvPr>
        </p:nvSpPr>
        <p:spPr>
          <a:xfrm>
            <a:off x="173140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4" name="Google Shape;254;p32"/>
          <p:cNvSpPr txBox="1"/>
          <p:nvPr>
            <p:ph idx="4" type="title"/>
          </p:nvPr>
        </p:nvSpPr>
        <p:spPr>
          <a:xfrm>
            <a:off x="3901625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55" name="Google Shape;255;p32"/>
          <p:cNvSpPr txBox="1"/>
          <p:nvPr>
            <p:ph idx="5" type="title"/>
          </p:nvPr>
        </p:nvSpPr>
        <p:spPr>
          <a:xfrm>
            <a:off x="173140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56" name="Google Shape;256;p32"/>
          <p:cNvSpPr/>
          <p:nvPr/>
        </p:nvSpPr>
        <p:spPr>
          <a:xfrm flipH="1">
            <a:off x="4625100" y="282925"/>
            <a:ext cx="3510900" cy="2234100"/>
          </a:xfrm>
          <a:prstGeom prst="round2DiagRect">
            <a:avLst>
              <a:gd fmla="val 13968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7" name="Google Shape;257;p32"/>
          <p:cNvSpPr txBox="1"/>
          <p:nvPr>
            <p:ph idx="6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8" name="Google Shape;258;p32"/>
          <p:cNvSpPr/>
          <p:nvPr>
            <p:ph idx="7" type="pic"/>
          </p:nvPr>
        </p:nvSpPr>
        <p:spPr>
          <a:xfrm>
            <a:off x="2561025" y="389125"/>
            <a:ext cx="1957500" cy="2025300"/>
          </a:xfrm>
          <a:prstGeom prst="roundRect">
            <a:avLst>
              <a:gd fmla="val 7835" name="adj"/>
            </a:avLst>
          </a:prstGeom>
          <a:noFill/>
          <a:ln>
            <a:noFill/>
          </a:ln>
        </p:spPr>
      </p:sp>
      <p:sp>
        <p:nvSpPr>
          <p:cNvPr id="259" name="Google Shape;259;p32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60" name="Google Shape;260;p32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">
  <p:cSld name="CUSTOM_7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284775" y="1727100"/>
            <a:ext cx="27873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type="title"/>
          </p:nvPr>
        </p:nvSpPr>
        <p:spPr>
          <a:xfrm>
            <a:off x="284775" y="282900"/>
            <a:ext cx="35121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4" name="Google Shape;264;p33"/>
          <p:cNvSpPr txBox="1"/>
          <p:nvPr>
            <p:ph idx="2" type="title"/>
          </p:nvPr>
        </p:nvSpPr>
        <p:spPr>
          <a:xfrm>
            <a:off x="317832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5" name="Google Shape;265;p33"/>
          <p:cNvSpPr txBox="1"/>
          <p:nvPr>
            <p:ph idx="3" type="title"/>
          </p:nvPr>
        </p:nvSpPr>
        <p:spPr>
          <a:xfrm>
            <a:off x="317832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66" name="Google Shape;266;p33"/>
          <p:cNvSpPr txBox="1"/>
          <p:nvPr>
            <p:ph idx="4" type="title"/>
          </p:nvPr>
        </p:nvSpPr>
        <p:spPr>
          <a:xfrm>
            <a:off x="607187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7" name="Google Shape;267;p33"/>
          <p:cNvSpPr txBox="1"/>
          <p:nvPr>
            <p:ph idx="5" type="title"/>
          </p:nvPr>
        </p:nvSpPr>
        <p:spPr>
          <a:xfrm>
            <a:off x="607187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6" type="title"/>
          </p:nvPr>
        </p:nvSpPr>
        <p:spPr>
          <a:xfrm>
            <a:off x="284775" y="351165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69" name="Google Shape;269;p33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70" name="Google Shape;270;p33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 - Alt 1">
  <p:cSld name="CUSTOM_8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1731400" y="1357250"/>
            <a:ext cx="20640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3" name="Google Shape;273;p34"/>
          <p:cNvSpPr txBox="1"/>
          <p:nvPr>
            <p:ph idx="2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74" name="Google Shape;274;p34"/>
          <p:cNvSpPr txBox="1"/>
          <p:nvPr>
            <p:ph type="title"/>
          </p:nvPr>
        </p:nvSpPr>
        <p:spPr>
          <a:xfrm>
            <a:off x="3901625" y="389475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5" name="Google Shape;275;p34"/>
          <p:cNvSpPr txBox="1"/>
          <p:nvPr>
            <p:ph idx="3" type="title"/>
          </p:nvPr>
        </p:nvSpPr>
        <p:spPr>
          <a:xfrm>
            <a:off x="3901625" y="2625650"/>
            <a:ext cx="35106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6" name="Google Shape;276;p34"/>
          <p:cNvSpPr txBox="1"/>
          <p:nvPr>
            <p:ph idx="4" type="title"/>
          </p:nvPr>
        </p:nvSpPr>
        <p:spPr>
          <a:xfrm>
            <a:off x="1731400" y="314402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7" name="Google Shape;277;p34"/>
          <p:cNvSpPr txBox="1"/>
          <p:nvPr>
            <p:ph idx="5" type="title"/>
          </p:nvPr>
        </p:nvSpPr>
        <p:spPr>
          <a:xfrm>
            <a:off x="6795150" y="38947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6" type="title"/>
          </p:nvPr>
        </p:nvSpPr>
        <p:spPr>
          <a:xfrm>
            <a:off x="7518450" y="2625650"/>
            <a:ext cx="13407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9" name="Google Shape;279;p34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80" name="Google Shape;280;p34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2">
  <p:cSld name="BLANK_1_1_1_1_1_1_1_1_1_1_1_1_1_1_1_1_1_3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idx="1" type="body"/>
          </p:nvPr>
        </p:nvSpPr>
        <p:spPr>
          <a:xfrm>
            <a:off x="188380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3" name="Google Shape;283;p35"/>
          <p:cNvSpPr txBox="1"/>
          <p:nvPr>
            <p:ph idx="2" type="body"/>
          </p:nvPr>
        </p:nvSpPr>
        <p:spPr>
          <a:xfrm>
            <a:off x="357162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4" name="Google Shape;284;p35"/>
          <p:cNvSpPr txBox="1"/>
          <p:nvPr>
            <p:ph idx="3" type="body"/>
          </p:nvPr>
        </p:nvSpPr>
        <p:spPr>
          <a:xfrm>
            <a:off x="550065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5" name="Google Shape;285;p35"/>
          <p:cNvSpPr txBox="1"/>
          <p:nvPr>
            <p:ph idx="4" type="body"/>
          </p:nvPr>
        </p:nvSpPr>
        <p:spPr>
          <a:xfrm>
            <a:off x="718847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6" name="Google Shape;286;p35"/>
          <p:cNvSpPr txBox="1"/>
          <p:nvPr>
            <p:ph idx="5" type="subTitle"/>
          </p:nvPr>
        </p:nvSpPr>
        <p:spPr>
          <a:xfrm>
            <a:off x="188380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87" name="Google Shape;287;p35"/>
          <p:cNvSpPr/>
          <p:nvPr>
            <p:ph idx="6" type="pic"/>
          </p:nvPr>
        </p:nvSpPr>
        <p:spPr>
          <a:xfrm>
            <a:off x="1731400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88" name="Google Shape;288;p35"/>
          <p:cNvSpPr/>
          <p:nvPr>
            <p:ph idx="7" type="pic"/>
          </p:nvPr>
        </p:nvSpPr>
        <p:spPr>
          <a:xfrm>
            <a:off x="5348325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89" name="Google Shape;289;p35"/>
          <p:cNvSpPr txBox="1"/>
          <p:nvPr>
            <p:ph idx="8" type="subTitle"/>
          </p:nvPr>
        </p:nvSpPr>
        <p:spPr>
          <a:xfrm>
            <a:off x="550065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0" name="Google Shape;290;p35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91" name="Google Shape;291;p35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2" name="Google Shape;292;p35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CUSTOM">
    <p:bg>
      <p:bgPr>
        <a:solidFill>
          <a:schemeClr val="lt2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>
            <p:ph idx="1" type="subTitle"/>
          </p:nvPr>
        </p:nvSpPr>
        <p:spPr>
          <a:xfrm>
            <a:off x="679497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95" name="Google Shape;295;p36"/>
          <p:cNvSpPr/>
          <p:nvPr>
            <p:ph idx="2" type="pic"/>
          </p:nvPr>
        </p:nvSpPr>
        <p:spPr>
          <a:xfrm>
            <a:off x="245502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6" name="Google Shape;296;p36"/>
          <p:cNvSpPr txBox="1"/>
          <p:nvPr>
            <p:ph idx="3" type="subTitle"/>
          </p:nvPr>
        </p:nvSpPr>
        <p:spPr>
          <a:xfrm>
            <a:off x="245502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97" name="Google Shape;297;p36"/>
          <p:cNvSpPr/>
          <p:nvPr>
            <p:ph idx="4" type="pic"/>
          </p:nvPr>
        </p:nvSpPr>
        <p:spPr>
          <a:xfrm>
            <a:off x="462500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8" name="Google Shape;298;p36"/>
          <p:cNvSpPr txBox="1"/>
          <p:nvPr>
            <p:ph idx="5" type="subTitle"/>
          </p:nvPr>
        </p:nvSpPr>
        <p:spPr>
          <a:xfrm>
            <a:off x="462500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99" name="Google Shape;299;p36"/>
          <p:cNvSpPr/>
          <p:nvPr>
            <p:ph idx="6" type="pic"/>
          </p:nvPr>
        </p:nvSpPr>
        <p:spPr>
          <a:xfrm>
            <a:off x="28505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300" name="Google Shape;300;p36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01" name="Google Shape;301;p36"/>
          <p:cNvSpPr txBox="1"/>
          <p:nvPr>
            <p:ph idx="7" type="body"/>
          </p:nvPr>
        </p:nvSpPr>
        <p:spPr>
          <a:xfrm>
            <a:off x="28475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2" name="Google Shape;302;p36"/>
          <p:cNvSpPr txBox="1"/>
          <p:nvPr>
            <p:ph idx="8" type="subTitle"/>
          </p:nvPr>
        </p:nvSpPr>
        <p:spPr>
          <a:xfrm>
            <a:off x="28505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03" name="Google Shape;303;p36"/>
          <p:cNvSpPr txBox="1"/>
          <p:nvPr>
            <p:ph idx="9" type="body"/>
          </p:nvPr>
        </p:nvSpPr>
        <p:spPr>
          <a:xfrm>
            <a:off x="245472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4" name="Google Shape;304;p36"/>
          <p:cNvSpPr txBox="1"/>
          <p:nvPr>
            <p:ph idx="13" type="body"/>
          </p:nvPr>
        </p:nvSpPr>
        <p:spPr>
          <a:xfrm>
            <a:off x="462470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5" name="Google Shape;305;p36"/>
          <p:cNvSpPr txBox="1"/>
          <p:nvPr>
            <p:ph idx="14" type="body"/>
          </p:nvPr>
        </p:nvSpPr>
        <p:spPr>
          <a:xfrm>
            <a:off x="679467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6" name="Google Shape;306;p36"/>
          <p:cNvSpPr/>
          <p:nvPr>
            <p:ph idx="15" type="pic"/>
          </p:nvPr>
        </p:nvSpPr>
        <p:spPr>
          <a:xfrm>
            <a:off x="679497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3">
  <p:cSld name="CUSTOM_3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/>
          <p:nvPr>
            <p:ph idx="2" type="pic"/>
          </p:nvPr>
        </p:nvSpPr>
        <p:spPr>
          <a:xfrm>
            <a:off x="5965025" y="3740450"/>
            <a:ext cx="2894400" cy="1116900"/>
          </a:xfrm>
          <a:prstGeom prst="roundRect">
            <a:avLst>
              <a:gd fmla="val 13273" name="adj"/>
            </a:avLst>
          </a:prstGeom>
          <a:noFill/>
          <a:ln>
            <a:noFill/>
          </a:ln>
        </p:spPr>
      </p:sp>
      <p:sp>
        <p:nvSpPr>
          <p:cNvPr id="309" name="Google Shape;309;p37"/>
          <p:cNvSpPr/>
          <p:nvPr/>
        </p:nvSpPr>
        <p:spPr>
          <a:xfrm flipH="1" rot="10800000">
            <a:off x="575775" y="282975"/>
            <a:ext cx="7992600" cy="3457500"/>
          </a:xfrm>
          <a:prstGeom prst="round2DiagRect">
            <a:avLst>
              <a:gd fmla="val 9463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0" name="Google Shape;310;p37"/>
          <p:cNvSpPr/>
          <p:nvPr/>
        </p:nvSpPr>
        <p:spPr>
          <a:xfrm flipH="1" rot="10800000">
            <a:off x="575775" y="3740475"/>
            <a:ext cx="5389200" cy="1116900"/>
          </a:xfrm>
          <a:prstGeom prst="round2DiagRect">
            <a:avLst>
              <a:gd fmla="val 1600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1" name="Google Shape;311;p37"/>
          <p:cNvSpPr/>
          <p:nvPr/>
        </p:nvSpPr>
        <p:spPr>
          <a:xfrm rot="10800000">
            <a:off x="284775" y="282975"/>
            <a:ext cx="291000" cy="4574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2" name="Google Shape;312;p37"/>
          <p:cNvSpPr/>
          <p:nvPr/>
        </p:nvSpPr>
        <p:spPr>
          <a:xfrm rot="10800000">
            <a:off x="8568225" y="282900"/>
            <a:ext cx="291000" cy="3457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3" name="Google Shape;313;p37"/>
          <p:cNvSpPr txBox="1"/>
          <p:nvPr>
            <p:ph type="title"/>
          </p:nvPr>
        </p:nvSpPr>
        <p:spPr>
          <a:xfrm>
            <a:off x="917100" y="528525"/>
            <a:ext cx="7337100" cy="29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4" name="Google Shape;314;p37"/>
          <p:cNvSpPr txBox="1"/>
          <p:nvPr>
            <p:ph idx="1" type="subTitle"/>
          </p:nvPr>
        </p:nvSpPr>
        <p:spPr>
          <a:xfrm>
            <a:off x="917100" y="3989175"/>
            <a:ext cx="4625100" cy="5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Outfit"/>
              <a:buNone/>
              <a:defRPr sz="1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1">
  <p:cSld name="CUSTOM_4">
    <p:bg>
      <p:bgPr>
        <a:solidFill>
          <a:schemeClr val="lt2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/>
          <p:nvPr>
            <p:ph idx="2" type="pic"/>
          </p:nvPr>
        </p:nvSpPr>
        <p:spPr>
          <a:xfrm>
            <a:off x="7178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38"/>
          <p:cNvSpPr/>
          <p:nvPr>
            <p:ph idx="3" type="pic"/>
          </p:nvPr>
        </p:nvSpPr>
        <p:spPr>
          <a:xfrm>
            <a:off x="28878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38"/>
          <p:cNvSpPr/>
          <p:nvPr>
            <p:ph idx="4" type="pic"/>
          </p:nvPr>
        </p:nvSpPr>
        <p:spPr>
          <a:xfrm>
            <a:off x="50579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38"/>
          <p:cNvSpPr/>
          <p:nvPr>
            <p:ph idx="5" type="pic"/>
          </p:nvPr>
        </p:nvSpPr>
        <p:spPr>
          <a:xfrm>
            <a:off x="72279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38"/>
          <p:cNvSpPr txBox="1"/>
          <p:nvPr>
            <p:ph idx="1" type="subTitle"/>
          </p:nvPr>
        </p:nvSpPr>
        <p:spPr>
          <a:xfrm>
            <a:off x="28477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1" name="Google Shape;321;p38"/>
          <p:cNvSpPr txBox="1"/>
          <p:nvPr>
            <p:ph idx="6" type="subTitle"/>
          </p:nvPr>
        </p:nvSpPr>
        <p:spPr>
          <a:xfrm>
            <a:off x="245482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2" name="Google Shape;322;p38"/>
          <p:cNvSpPr txBox="1"/>
          <p:nvPr>
            <p:ph idx="7" type="subTitle"/>
          </p:nvPr>
        </p:nvSpPr>
        <p:spPr>
          <a:xfrm>
            <a:off x="462486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3" name="Google Shape;323;p38"/>
          <p:cNvSpPr txBox="1"/>
          <p:nvPr>
            <p:ph idx="8" type="subTitle"/>
          </p:nvPr>
        </p:nvSpPr>
        <p:spPr>
          <a:xfrm>
            <a:off x="679491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4" name="Google Shape;324;p38"/>
          <p:cNvSpPr txBox="1"/>
          <p:nvPr>
            <p:ph idx="9" type="subTitle"/>
          </p:nvPr>
        </p:nvSpPr>
        <p:spPr>
          <a:xfrm>
            <a:off x="2847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5" name="Google Shape;325;p38"/>
          <p:cNvSpPr txBox="1"/>
          <p:nvPr>
            <p:ph idx="13" type="subTitle"/>
          </p:nvPr>
        </p:nvSpPr>
        <p:spPr>
          <a:xfrm>
            <a:off x="24548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6" name="Google Shape;326;p38"/>
          <p:cNvSpPr txBox="1"/>
          <p:nvPr>
            <p:ph idx="14" type="subTitle"/>
          </p:nvPr>
        </p:nvSpPr>
        <p:spPr>
          <a:xfrm>
            <a:off x="46248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38"/>
          <p:cNvSpPr txBox="1"/>
          <p:nvPr>
            <p:ph idx="15" type="subTitle"/>
          </p:nvPr>
        </p:nvSpPr>
        <p:spPr>
          <a:xfrm>
            <a:off x="67949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8" name="Google Shape;328;p38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2">
  <p:cSld name="CUSTOM_12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"/>
          <p:cNvSpPr txBox="1"/>
          <p:nvPr>
            <p:ph type="title"/>
          </p:nvPr>
        </p:nvSpPr>
        <p:spPr>
          <a:xfrm>
            <a:off x="3901500" y="1277850"/>
            <a:ext cx="1157700" cy="10104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31" name="Google Shape;331;p39"/>
          <p:cNvSpPr/>
          <p:nvPr>
            <p:ph idx="2" type="pic"/>
          </p:nvPr>
        </p:nvSpPr>
        <p:spPr>
          <a:xfrm>
            <a:off x="1731450" y="1277775"/>
            <a:ext cx="2062500" cy="3352200"/>
          </a:xfrm>
          <a:prstGeom prst="roundRect">
            <a:avLst>
              <a:gd fmla="val 10994" name="adj"/>
            </a:avLst>
          </a:prstGeom>
          <a:noFill/>
          <a:ln>
            <a:noFill/>
          </a:ln>
        </p:spPr>
      </p:sp>
      <p:sp>
        <p:nvSpPr>
          <p:cNvPr id="332" name="Google Shape;332;p39"/>
          <p:cNvSpPr txBox="1"/>
          <p:nvPr>
            <p:ph idx="3"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3" name="Google Shape;333;p39"/>
          <p:cNvSpPr txBox="1"/>
          <p:nvPr>
            <p:ph idx="1" type="subTitle"/>
          </p:nvPr>
        </p:nvSpPr>
        <p:spPr>
          <a:xfrm>
            <a:off x="1729925" y="1430175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4" name="Google Shape;334;p39"/>
          <p:cNvSpPr txBox="1"/>
          <p:nvPr>
            <p:ph idx="4" type="title"/>
          </p:nvPr>
        </p:nvSpPr>
        <p:spPr>
          <a:xfrm>
            <a:off x="6071550" y="2401575"/>
            <a:ext cx="27879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5" name="Google Shape;335;p39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36" name="Google Shape;336;p39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37" name="Google Shape;337;p39"/>
          <p:cNvSpPr txBox="1"/>
          <p:nvPr>
            <p:ph idx="7" type="subTitle"/>
          </p:nvPr>
        </p:nvSpPr>
        <p:spPr>
          <a:xfrm>
            <a:off x="4071675" y="30617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8" name="Google Shape;338;p39"/>
          <p:cNvSpPr txBox="1"/>
          <p:nvPr>
            <p:ph idx="8" type="subTitle"/>
          </p:nvPr>
        </p:nvSpPr>
        <p:spPr>
          <a:xfrm>
            <a:off x="4071675" y="25423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9" name="Google Shape;339;p39"/>
          <p:cNvSpPr txBox="1"/>
          <p:nvPr>
            <p:ph idx="9" type="subTitle"/>
          </p:nvPr>
        </p:nvSpPr>
        <p:spPr>
          <a:xfrm>
            <a:off x="4071675" y="41786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0" name="Google Shape;340;p39"/>
          <p:cNvSpPr txBox="1"/>
          <p:nvPr>
            <p:ph idx="13" type="subTitle"/>
          </p:nvPr>
        </p:nvSpPr>
        <p:spPr>
          <a:xfrm>
            <a:off x="4071675" y="36592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able">
  <p:cSld name="CUSTOM_1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43" name="Google Shape;343;p40"/>
          <p:cNvSpPr txBox="1"/>
          <p:nvPr>
            <p:ph idx="1" type="subTitle"/>
          </p:nvPr>
        </p:nvSpPr>
        <p:spPr>
          <a:xfrm>
            <a:off x="24551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4" name="Google Shape;344;p40"/>
          <p:cNvSpPr txBox="1"/>
          <p:nvPr>
            <p:ph idx="2" type="subTitle"/>
          </p:nvPr>
        </p:nvSpPr>
        <p:spPr>
          <a:xfrm>
            <a:off x="46249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5" name="Google Shape;345;p40"/>
          <p:cNvSpPr txBox="1"/>
          <p:nvPr>
            <p:ph idx="3" type="subTitle"/>
          </p:nvPr>
        </p:nvSpPr>
        <p:spPr>
          <a:xfrm>
            <a:off x="67947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6" name="Google Shape;346;p40"/>
          <p:cNvSpPr txBox="1"/>
          <p:nvPr>
            <p:ph idx="4" type="subTitle"/>
          </p:nvPr>
        </p:nvSpPr>
        <p:spPr>
          <a:xfrm>
            <a:off x="391275" y="1661000"/>
            <a:ext cx="19575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7" name="Google Shape;347;p40"/>
          <p:cNvSpPr txBox="1"/>
          <p:nvPr>
            <p:ph idx="5" type="subTitle"/>
          </p:nvPr>
        </p:nvSpPr>
        <p:spPr>
          <a:xfrm>
            <a:off x="391275" y="21113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8" name="Google Shape;348;p40"/>
          <p:cNvSpPr txBox="1"/>
          <p:nvPr>
            <p:ph idx="6" type="subTitle"/>
          </p:nvPr>
        </p:nvSpPr>
        <p:spPr>
          <a:xfrm>
            <a:off x="391275" y="3160850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49" name="Google Shape;349;p40"/>
          <p:cNvSpPr txBox="1"/>
          <p:nvPr>
            <p:ph idx="7" type="subTitle"/>
          </p:nvPr>
        </p:nvSpPr>
        <p:spPr>
          <a:xfrm>
            <a:off x="391275" y="40496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0" name="Google Shape;350;p40"/>
          <p:cNvSpPr txBox="1"/>
          <p:nvPr>
            <p:ph idx="8" type="subTitle"/>
          </p:nvPr>
        </p:nvSpPr>
        <p:spPr>
          <a:xfrm>
            <a:off x="245510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1" name="Google Shape;351;p40"/>
          <p:cNvSpPr txBox="1"/>
          <p:nvPr>
            <p:ph idx="9" type="subTitle"/>
          </p:nvPr>
        </p:nvSpPr>
        <p:spPr>
          <a:xfrm>
            <a:off x="245510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2" name="Google Shape;352;p40"/>
          <p:cNvSpPr txBox="1"/>
          <p:nvPr>
            <p:ph idx="13" type="subTitle"/>
          </p:nvPr>
        </p:nvSpPr>
        <p:spPr>
          <a:xfrm>
            <a:off x="245510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3" name="Google Shape;353;p40"/>
          <p:cNvSpPr txBox="1"/>
          <p:nvPr>
            <p:ph idx="14" type="subTitle"/>
          </p:nvPr>
        </p:nvSpPr>
        <p:spPr>
          <a:xfrm>
            <a:off x="4625425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4" name="Google Shape;354;p40"/>
          <p:cNvSpPr txBox="1"/>
          <p:nvPr>
            <p:ph idx="15" type="subTitle"/>
          </p:nvPr>
        </p:nvSpPr>
        <p:spPr>
          <a:xfrm>
            <a:off x="4625425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5" name="Google Shape;355;p40"/>
          <p:cNvSpPr txBox="1"/>
          <p:nvPr>
            <p:ph idx="16" type="subTitle"/>
          </p:nvPr>
        </p:nvSpPr>
        <p:spPr>
          <a:xfrm>
            <a:off x="4625425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6" name="Google Shape;356;p40"/>
          <p:cNvSpPr txBox="1"/>
          <p:nvPr>
            <p:ph idx="17" type="subTitle"/>
          </p:nvPr>
        </p:nvSpPr>
        <p:spPr>
          <a:xfrm>
            <a:off x="679575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7" name="Google Shape;357;p40"/>
          <p:cNvSpPr txBox="1"/>
          <p:nvPr>
            <p:ph idx="18" type="subTitle"/>
          </p:nvPr>
        </p:nvSpPr>
        <p:spPr>
          <a:xfrm>
            <a:off x="679575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58" name="Google Shape;358;p40"/>
          <p:cNvSpPr txBox="1"/>
          <p:nvPr>
            <p:ph idx="19" type="subTitle"/>
          </p:nvPr>
        </p:nvSpPr>
        <p:spPr>
          <a:xfrm>
            <a:off x="679575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1" name="Google Shape;361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66" name="Google Shape;36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69" name="Google Shape;369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0" name="Google Shape;370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5" name="Google Shape;375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0" name="Google Shape;380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1" name="Google Shape;381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6" name="Google Shape;386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90" name="Google Shape;390;p5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5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2" name="Google Shape;392;p5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3" name="Google Shape;393;p5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4" name="Google Shape;394;p5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5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98" name="Google Shape;398;p5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9" name="Google Shape;399;p5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2" name="Google Shape;402;p5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5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5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5" name="Google Shape;405;p5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5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5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5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5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5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5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5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5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9" name="Google Shape;419;p5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0" name="Google Shape;420;p5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1" name="Google Shape;421;p5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2" name="Google Shape;422;p5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3" name="Google Shape;423;p5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26" name="Google Shape;426;p5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9" name="Google Shape;429;p5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5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2" name="Google Shape;43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33" name="Google Shape;433;p5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4" name="Google Shape;434;p5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5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5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0" name="Google Shape;440;p5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5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43" name="Google Shape;443;p5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4" name="Google Shape;444;p5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5" name="Google Shape;445;p5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6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6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6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6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6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6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56" name="Google Shape;456;p6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6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6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4775" y="282900"/>
            <a:ext cx="5681100" cy="2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775" y="2629050"/>
            <a:ext cx="3493500" cy="19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81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78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7">
          <p15:clr>
            <a:srgbClr val="E46962"/>
          </p15:clr>
        </p15:guide>
        <p15:guide id="6" pos="2913">
          <p15:clr>
            <a:srgbClr val="E46962"/>
          </p15:clr>
        </p15:guide>
        <p15:guide id="7" pos="568">
          <p15:clr>
            <a:srgbClr val="E46962"/>
          </p15:clr>
        </p15:guide>
        <p15:guide id="8" pos="635">
          <p15:clr>
            <a:srgbClr val="E46962"/>
          </p15:clr>
        </p15:guide>
        <p15:guide id="9" pos="4213">
          <p15:clr>
            <a:srgbClr val="E46962"/>
          </p15:clr>
        </p15:guide>
        <p15:guide id="10" pos="4280">
          <p15:clr>
            <a:srgbClr val="E46962"/>
          </p15:clr>
        </p15:guide>
        <p15:guide id="11" pos="3758">
          <p15:clr>
            <a:srgbClr val="E46962"/>
          </p15:clr>
        </p15:guide>
        <p15:guide id="12" pos="3825">
          <p15:clr>
            <a:srgbClr val="E46962"/>
          </p15:clr>
        </p15:guide>
        <p15:guide id="13" pos="1024">
          <p15:clr>
            <a:srgbClr val="E46962"/>
          </p15:clr>
        </p15:guide>
        <p15:guide id="14" pos="1091">
          <p15:clr>
            <a:srgbClr val="E46962"/>
          </p15:clr>
        </p15:guide>
        <p15:guide id="15" orient="horz" pos="245">
          <p15:clr>
            <a:srgbClr val="E46962"/>
          </p15:clr>
        </p15:guide>
        <p15:guide id="16" orient="horz" pos="2993">
          <p15:clr>
            <a:srgbClr val="E46962"/>
          </p15:clr>
        </p15:guide>
        <p15:guide id="17" orient="horz" pos="882">
          <p15:clr>
            <a:srgbClr val="E46962"/>
          </p15:clr>
        </p15:guide>
        <p15:guide id="18" orient="horz" pos="949">
          <p15:clr>
            <a:srgbClr val="E46962"/>
          </p15:clr>
        </p15:guide>
        <p15:guide id="19" orient="horz" pos="2289">
          <p15:clr>
            <a:srgbClr val="E46962"/>
          </p15:clr>
        </p15:guide>
        <p15:guide id="20" orient="horz" pos="2356">
          <p15:clr>
            <a:srgbClr val="E46962"/>
          </p15:clr>
        </p15:guide>
        <p15:guide id="21" pos="1479">
          <p15:clr>
            <a:srgbClr val="E46962"/>
          </p15:clr>
        </p15:guide>
        <p15:guide id="22" pos="1546">
          <p15:clr>
            <a:srgbClr val="E46962"/>
          </p15:clr>
        </p15:guide>
        <p15:guide id="23" pos="1935">
          <p15:clr>
            <a:srgbClr val="E46962"/>
          </p15:clr>
        </p15:guide>
        <p15:guide id="24" pos="2002">
          <p15:clr>
            <a:srgbClr val="E46962"/>
          </p15:clr>
        </p15:guide>
        <p15:guide id="25" pos="2391">
          <p15:clr>
            <a:srgbClr val="E46962"/>
          </p15:clr>
        </p15:guide>
        <p15:guide id="26" pos="2458">
          <p15:clr>
            <a:srgbClr val="E46962"/>
          </p15:clr>
        </p15:guide>
        <p15:guide id="27" pos="3302">
          <p15:clr>
            <a:srgbClr val="E46962"/>
          </p15:clr>
        </p15:guide>
        <p15:guide id="28" pos="3369">
          <p15:clr>
            <a:srgbClr val="E46962"/>
          </p15:clr>
        </p15:guide>
        <p15:guide id="29" pos="4669">
          <p15:clr>
            <a:srgbClr val="E46962"/>
          </p15:clr>
        </p15:guide>
        <p15:guide id="30" pos="4736">
          <p15:clr>
            <a:srgbClr val="E46962"/>
          </p15:clr>
        </p15:guide>
        <p15:guide id="31" pos="5125">
          <p15:clr>
            <a:srgbClr val="E46962"/>
          </p15:clr>
        </p15:guide>
        <p15:guide id="32" pos="5192">
          <p15:clr>
            <a:srgbClr val="E46962"/>
          </p15:clr>
        </p15:guide>
        <p15:guide id="33" orient="horz" pos="1585">
          <p15:clr>
            <a:srgbClr val="E46962"/>
          </p15:clr>
        </p15:guide>
        <p15:guide id="34" orient="horz" pos="1653">
          <p15:clr>
            <a:srgbClr val="E46962"/>
          </p15:clr>
        </p15:guide>
        <p15:guide id="35" orient="horz" pos="290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2"/>
          <p:cNvSpPr txBox="1"/>
          <p:nvPr>
            <p:ph idx="1" type="subTitle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Supervised Learning</a:t>
            </a:r>
            <a:endParaRPr sz="1100"/>
          </a:p>
        </p:txBody>
      </p:sp>
      <p:sp>
        <p:nvSpPr>
          <p:cNvPr id="464" name="Google Shape;464;p62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Regresssion</a:t>
            </a:r>
            <a:endParaRPr/>
          </a:p>
        </p:txBody>
      </p:sp>
      <p:sp>
        <p:nvSpPr>
          <p:cNvPr id="465" name="Google Shape;465;p62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08/01/2025</a:t>
            </a:r>
            <a:endParaRPr sz="1000"/>
          </a:p>
        </p:txBody>
      </p:sp>
      <p:sp>
        <p:nvSpPr>
          <p:cNvPr id="466" name="Google Shape;466;p62"/>
          <p:cNvSpPr/>
          <p:nvPr/>
        </p:nvSpPr>
        <p:spPr>
          <a:xfrm>
            <a:off x="6475559" y="4286678"/>
            <a:ext cx="256800" cy="25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descr="Shopping bag icon" id="467" name="Google Shape;467;p62"/>
          <p:cNvSpPr/>
          <p:nvPr/>
        </p:nvSpPr>
        <p:spPr>
          <a:xfrm>
            <a:off x="6547475" y="4339354"/>
            <a:ext cx="113107" cy="131833"/>
          </a:xfrm>
          <a:custGeom>
            <a:rect b="b" l="l" r="r" t="t"/>
            <a:pathLst>
              <a:path extrusionOk="0" h="29642" w="25446">
                <a:moveTo>
                  <a:pt x="12723" y="2798"/>
                </a:moveTo>
                <a:lnTo>
                  <a:pt x="13160" y="2842"/>
                </a:lnTo>
                <a:lnTo>
                  <a:pt x="13598" y="2885"/>
                </a:lnTo>
                <a:lnTo>
                  <a:pt x="13991" y="2973"/>
                </a:lnTo>
                <a:lnTo>
                  <a:pt x="14341" y="3104"/>
                </a:lnTo>
                <a:lnTo>
                  <a:pt x="14734" y="3279"/>
                </a:lnTo>
                <a:lnTo>
                  <a:pt x="15084" y="3498"/>
                </a:lnTo>
                <a:lnTo>
                  <a:pt x="15434" y="3760"/>
                </a:lnTo>
                <a:lnTo>
                  <a:pt x="15740" y="4022"/>
                </a:lnTo>
                <a:lnTo>
                  <a:pt x="16002" y="4372"/>
                </a:lnTo>
                <a:lnTo>
                  <a:pt x="16265" y="4678"/>
                </a:lnTo>
                <a:lnTo>
                  <a:pt x="16483" y="5028"/>
                </a:lnTo>
                <a:lnTo>
                  <a:pt x="16658" y="5421"/>
                </a:lnTo>
                <a:lnTo>
                  <a:pt x="16789" y="5815"/>
                </a:lnTo>
                <a:lnTo>
                  <a:pt x="16877" y="6208"/>
                </a:lnTo>
                <a:lnTo>
                  <a:pt x="16964" y="6602"/>
                </a:lnTo>
                <a:lnTo>
                  <a:pt x="16964" y="7039"/>
                </a:lnTo>
                <a:lnTo>
                  <a:pt x="8482" y="7039"/>
                </a:lnTo>
                <a:lnTo>
                  <a:pt x="8526" y="6602"/>
                </a:lnTo>
                <a:lnTo>
                  <a:pt x="8570" y="6208"/>
                </a:lnTo>
                <a:lnTo>
                  <a:pt x="8657" y="5815"/>
                </a:lnTo>
                <a:lnTo>
                  <a:pt x="8789" y="5421"/>
                </a:lnTo>
                <a:lnTo>
                  <a:pt x="8963" y="5028"/>
                </a:lnTo>
                <a:lnTo>
                  <a:pt x="9182" y="4678"/>
                </a:lnTo>
                <a:lnTo>
                  <a:pt x="9444" y="4372"/>
                </a:lnTo>
                <a:lnTo>
                  <a:pt x="9707" y="4022"/>
                </a:lnTo>
                <a:lnTo>
                  <a:pt x="10056" y="3760"/>
                </a:lnTo>
                <a:lnTo>
                  <a:pt x="10362" y="3498"/>
                </a:lnTo>
                <a:lnTo>
                  <a:pt x="10712" y="3279"/>
                </a:lnTo>
                <a:lnTo>
                  <a:pt x="11106" y="3104"/>
                </a:lnTo>
                <a:lnTo>
                  <a:pt x="11499" y="2973"/>
                </a:lnTo>
                <a:lnTo>
                  <a:pt x="11893" y="2885"/>
                </a:lnTo>
                <a:lnTo>
                  <a:pt x="12286" y="2842"/>
                </a:lnTo>
                <a:lnTo>
                  <a:pt x="12723" y="2798"/>
                </a:lnTo>
                <a:close/>
                <a:moveTo>
                  <a:pt x="5684" y="11280"/>
                </a:moveTo>
                <a:lnTo>
                  <a:pt x="5684" y="11979"/>
                </a:lnTo>
                <a:lnTo>
                  <a:pt x="5816" y="12679"/>
                </a:lnTo>
                <a:lnTo>
                  <a:pt x="5947" y="13378"/>
                </a:lnTo>
                <a:lnTo>
                  <a:pt x="6165" y="13990"/>
                </a:lnTo>
                <a:lnTo>
                  <a:pt x="6471" y="14602"/>
                </a:lnTo>
                <a:lnTo>
                  <a:pt x="6821" y="15171"/>
                </a:lnTo>
                <a:lnTo>
                  <a:pt x="7258" y="15739"/>
                </a:lnTo>
                <a:lnTo>
                  <a:pt x="7739" y="16264"/>
                </a:lnTo>
                <a:lnTo>
                  <a:pt x="8264" y="16744"/>
                </a:lnTo>
                <a:lnTo>
                  <a:pt x="8832" y="17182"/>
                </a:lnTo>
                <a:lnTo>
                  <a:pt x="9401" y="17531"/>
                </a:lnTo>
                <a:lnTo>
                  <a:pt x="10013" y="17837"/>
                </a:lnTo>
                <a:lnTo>
                  <a:pt x="10668" y="18056"/>
                </a:lnTo>
                <a:lnTo>
                  <a:pt x="11324" y="18231"/>
                </a:lnTo>
                <a:lnTo>
                  <a:pt x="12024" y="18318"/>
                </a:lnTo>
                <a:lnTo>
                  <a:pt x="12723" y="18362"/>
                </a:lnTo>
                <a:lnTo>
                  <a:pt x="13467" y="18318"/>
                </a:lnTo>
                <a:lnTo>
                  <a:pt x="14122" y="18231"/>
                </a:lnTo>
                <a:lnTo>
                  <a:pt x="14822" y="18056"/>
                </a:lnTo>
                <a:lnTo>
                  <a:pt x="15434" y="17837"/>
                </a:lnTo>
                <a:lnTo>
                  <a:pt x="16046" y="17531"/>
                </a:lnTo>
                <a:lnTo>
                  <a:pt x="16658" y="17182"/>
                </a:lnTo>
                <a:lnTo>
                  <a:pt x="17183" y="16744"/>
                </a:lnTo>
                <a:lnTo>
                  <a:pt x="17707" y="16264"/>
                </a:lnTo>
                <a:lnTo>
                  <a:pt x="18188" y="15739"/>
                </a:lnTo>
                <a:lnTo>
                  <a:pt x="18625" y="15171"/>
                </a:lnTo>
                <a:lnTo>
                  <a:pt x="18975" y="14602"/>
                </a:lnTo>
                <a:lnTo>
                  <a:pt x="19281" y="13990"/>
                </a:lnTo>
                <a:lnTo>
                  <a:pt x="19500" y="13378"/>
                </a:lnTo>
                <a:lnTo>
                  <a:pt x="19675" y="12679"/>
                </a:lnTo>
                <a:lnTo>
                  <a:pt x="19762" y="11979"/>
                </a:lnTo>
                <a:lnTo>
                  <a:pt x="19806" y="11280"/>
                </a:lnTo>
                <a:lnTo>
                  <a:pt x="16964" y="11280"/>
                </a:lnTo>
                <a:lnTo>
                  <a:pt x="16964" y="11717"/>
                </a:lnTo>
                <a:lnTo>
                  <a:pt x="16877" y="12110"/>
                </a:lnTo>
                <a:lnTo>
                  <a:pt x="16789" y="12547"/>
                </a:lnTo>
                <a:lnTo>
                  <a:pt x="16658" y="12897"/>
                </a:lnTo>
                <a:lnTo>
                  <a:pt x="16483" y="13291"/>
                </a:lnTo>
                <a:lnTo>
                  <a:pt x="16265" y="13640"/>
                </a:lnTo>
                <a:lnTo>
                  <a:pt x="16002" y="13946"/>
                </a:lnTo>
                <a:lnTo>
                  <a:pt x="15740" y="14296"/>
                </a:lnTo>
                <a:lnTo>
                  <a:pt x="15434" y="14558"/>
                </a:lnTo>
                <a:lnTo>
                  <a:pt x="15084" y="14821"/>
                </a:lnTo>
                <a:lnTo>
                  <a:pt x="14734" y="15039"/>
                </a:lnTo>
                <a:lnTo>
                  <a:pt x="14341" y="15214"/>
                </a:lnTo>
                <a:lnTo>
                  <a:pt x="13991" y="15345"/>
                </a:lnTo>
                <a:lnTo>
                  <a:pt x="13598" y="15433"/>
                </a:lnTo>
                <a:lnTo>
                  <a:pt x="13160" y="15520"/>
                </a:lnTo>
                <a:lnTo>
                  <a:pt x="12286" y="15520"/>
                </a:lnTo>
                <a:lnTo>
                  <a:pt x="11893" y="15433"/>
                </a:lnTo>
                <a:lnTo>
                  <a:pt x="11499" y="15345"/>
                </a:lnTo>
                <a:lnTo>
                  <a:pt x="11106" y="15214"/>
                </a:lnTo>
                <a:lnTo>
                  <a:pt x="10712" y="15039"/>
                </a:lnTo>
                <a:lnTo>
                  <a:pt x="10362" y="14821"/>
                </a:lnTo>
                <a:lnTo>
                  <a:pt x="10056" y="14558"/>
                </a:lnTo>
                <a:lnTo>
                  <a:pt x="9707" y="14296"/>
                </a:lnTo>
                <a:lnTo>
                  <a:pt x="9444" y="13946"/>
                </a:lnTo>
                <a:lnTo>
                  <a:pt x="9182" y="13640"/>
                </a:lnTo>
                <a:lnTo>
                  <a:pt x="8963" y="13291"/>
                </a:lnTo>
                <a:lnTo>
                  <a:pt x="8789" y="12897"/>
                </a:lnTo>
                <a:lnTo>
                  <a:pt x="8657" y="12547"/>
                </a:lnTo>
                <a:lnTo>
                  <a:pt x="8570" y="12110"/>
                </a:lnTo>
                <a:lnTo>
                  <a:pt x="8526" y="11717"/>
                </a:lnTo>
                <a:lnTo>
                  <a:pt x="8482" y="11280"/>
                </a:lnTo>
                <a:close/>
                <a:moveTo>
                  <a:pt x="22604" y="9881"/>
                </a:moveTo>
                <a:lnTo>
                  <a:pt x="22604" y="26800"/>
                </a:lnTo>
                <a:lnTo>
                  <a:pt x="2843" y="26800"/>
                </a:lnTo>
                <a:lnTo>
                  <a:pt x="2843" y="9881"/>
                </a:lnTo>
                <a:close/>
                <a:moveTo>
                  <a:pt x="12024" y="0"/>
                </a:moveTo>
                <a:lnTo>
                  <a:pt x="11324" y="131"/>
                </a:lnTo>
                <a:lnTo>
                  <a:pt x="10668" y="262"/>
                </a:lnTo>
                <a:lnTo>
                  <a:pt x="10013" y="481"/>
                </a:lnTo>
                <a:lnTo>
                  <a:pt x="9401" y="787"/>
                </a:lnTo>
                <a:lnTo>
                  <a:pt x="8832" y="1137"/>
                </a:lnTo>
                <a:lnTo>
                  <a:pt x="8264" y="1574"/>
                </a:lnTo>
                <a:lnTo>
                  <a:pt x="7739" y="2055"/>
                </a:lnTo>
                <a:lnTo>
                  <a:pt x="7258" y="2579"/>
                </a:lnTo>
                <a:lnTo>
                  <a:pt x="6821" y="3148"/>
                </a:lnTo>
                <a:lnTo>
                  <a:pt x="6471" y="3716"/>
                </a:lnTo>
                <a:lnTo>
                  <a:pt x="6165" y="4328"/>
                </a:lnTo>
                <a:lnTo>
                  <a:pt x="5947" y="4984"/>
                </a:lnTo>
                <a:lnTo>
                  <a:pt x="5816" y="5640"/>
                </a:lnTo>
                <a:lnTo>
                  <a:pt x="5684" y="6339"/>
                </a:lnTo>
                <a:lnTo>
                  <a:pt x="5684" y="7039"/>
                </a:lnTo>
                <a:lnTo>
                  <a:pt x="2537" y="7039"/>
                </a:lnTo>
                <a:lnTo>
                  <a:pt x="2274" y="7083"/>
                </a:lnTo>
                <a:lnTo>
                  <a:pt x="2012" y="7170"/>
                </a:lnTo>
                <a:lnTo>
                  <a:pt x="1750" y="7257"/>
                </a:lnTo>
                <a:lnTo>
                  <a:pt x="1531" y="7389"/>
                </a:lnTo>
                <a:lnTo>
                  <a:pt x="1269" y="7520"/>
                </a:lnTo>
                <a:lnTo>
                  <a:pt x="1050" y="7695"/>
                </a:lnTo>
                <a:lnTo>
                  <a:pt x="832" y="7869"/>
                </a:lnTo>
                <a:lnTo>
                  <a:pt x="657" y="8088"/>
                </a:lnTo>
                <a:lnTo>
                  <a:pt x="482" y="8307"/>
                </a:lnTo>
                <a:lnTo>
                  <a:pt x="351" y="8525"/>
                </a:lnTo>
                <a:lnTo>
                  <a:pt x="220" y="8788"/>
                </a:lnTo>
                <a:lnTo>
                  <a:pt x="132" y="9050"/>
                </a:lnTo>
                <a:lnTo>
                  <a:pt x="88" y="9312"/>
                </a:lnTo>
                <a:lnTo>
                  <a:pt x="45" y="9575"/>
                </a:lnTo>
                <a:lnTo>
                  <a:pt x="1" y="9881"/>
                </a:lnTo>
                <a:lnTo>
                  <a:pt x="1" y="26800"/>
                </a:lnTo>
                <a:lnTo>
                  <a:pt x="45" y="27106"/>
                </a:lnTo>
                <a:lnTo>
                  <a:pt x="88" y="27368"/>
                </a:lnTo>
                <a:lnTo>
                  <a:pt x="132" y="27631"/>
                </a:lnTo>
                <a:lnTo>
                  <a:pt x="220" y="27893"/>
                </a:lnTo>
                <a:lnTo>
                  <a:pt x="351" y="28155"/>
                </a:lnTo>
                <a:lnTo>
                  <a:pt x="482" y="28374"/>
                </a:lnTo>
                <a:lnTo>
                  <a:pt x="657" y="28592"/>
                </a:lnTo>
                <a:lnTo>
                  <a:pt x="832" y="28811"/>
                </a:lnTo>
                <a:lnTo>
                  <a:pt x="1050" y="29030"/>
                </a:lnTo>
                <a:lnTo>
                  <a:pt x="1269" y="29161"/>
                </a:lnTo>
                <a:lnTo>
                  <a:pt x="1531" y="29336"/>
                </a:lnTo>
                <a:lnTo>
                  <a:pt x="1750" y="29423"/>
                </a:lnTo>
                <a:lnTo>
                  <a:pt x="2012" y="29510"/>
                </a:lnTo>
                <a:lnTo>
                  <a:pt x="2274" y="29598"/>
                </a:lnTo>
                <a:lnTo>
                  <a:pt x="2537" y="29642"/>
                </a:lnTo>
                <a:lnTo>
                  <a:pt x="22910" y="29642"/>
                </a:lnTo>
                <a:lnTo>
                  <a:pt x="23172" y="29598"/>
                </a:lnTo>
                <a:lnTo>
                  <a:pt x="23435" y="29510"/>
                </a:lnTo>
                <a:lnTo>
                  <a:pt x="23697" y="29423"/>
                </a:lnTo>
                <a:lnTo>
                  <a:pt x="23959" y="29336"/>
                </a:lnTo>
                <a:lnTo>
                  <a:pt x="24178" y="29161"/>
                </a:lnTo>
                <a:lnTo>
                  <a:pt x="24396" y="29030"/>
                </a:lnTo>
                <a:lnTo>
                  <a:pt x="24615" y="28811"/>
                </a:lnTo>
                <a:lnTo>
                  <a:pt x="24790" y="28592"/>
                </a:lnTo>
                <a:lnTo>
                  <a:pt x="24965" y="28374"/>
                </a:lnTo>
                <a:lnTo>
                  <a:pt x="25096" y="28155"/>
                </a:lnTo>
                <a:lnTo>
                  <a:pt x="25227" y="27893"/>
                </a:lnTo>
                <a:lnTo>
                  <a:pt x="25314" y="27631"/>
                </a:lnTo>
                <a:lnTo>
                  <a:pt x="25402" y="27368"/>
                </a:lnTo>
                <a:lnTo>
                  <a:pt x="25446" y="27106"/>
                </a:lnTo>
                <a:lnTo>
                  <a:pt x="25446" y="26800"/>
                </a:lnTo>
                <a:lnTo>
                  <a:pt x="25446" y="9881"/>
                </a:lnTo>
                <a:lnTo>
                  <a:pt x="25446" y="9575"/>
                </a:lnTo>
                <a:lnTo>
                  <a:pt x="25402" y="9312"/>
                </a:lnTo>
                <a:lnTo>
                  <a:pt x="25314" y="9050"/>
                </a:lnTo>
                <a:lnTo>
                  <a:pt x="25227" y="8788"/>
                </a:lnTo>
                <a:lnTo>
                  <a:pt x="25096" y="8525"/>
                </a:lnTo>
                <a:lnTo>
                  <a:pt x="24965" y="8307"/>
                </a:lnTo>
                <a:lnTo>
                  <a:pt x="24790" y="8088"/>
                </a:lnTo>
                <a:lnTo>
                  <a:pt x="24615" y="7869"/>
                </a:lnTo>
                <a:lnTo>
                  <a:pt x="24396" y="7695"/>
                </a:lnTo>
                <a:lnTo>
                  <a:pt x="24178" y="7520"/>
                </a:lnTo>
                <a:lnTo>
                  <a:pt x="23959" y="7389"/>
                </a:lnTo>
                <a:lnTo>
                  <a:pt x="23697" y="7257"/>
                </a:lnTo>
                <a:lnTo>
                  <a:pt x="23435" y="7170"/>
                </a:lnTo>
                <a:lnTo>
                  <a:pt x="23172" y="7083"/>
                </a:lnTo>
                <a:lnTo>
                  <a:pt x="22910" y="7039"/>
                </a:lnTo>
                <a:lnTo>
                  <a:pt x="19806" y="7039"/>
                </a:lnTo>
                <a:lnTo>
                  <a:pt x="19762" y="6339"/>
                </a:lnTo>
                <a:lnTo>
                  <a:pt x="19675" y="5640"/>
                </a:lnTo>
                <a:lnTo>
                  <a:pt x="19500" y="4984"/>
                </a:lnTo>
                <a:lnTo>
                  <a:pt x="19281" y="4328"/>
                </a:lnTo>
                <a:lnTo>
                  <a:pt x="18975" y="3716"/>
                </a:lnTo>
                <a:lnTo>
                  <a:pt x="18625" y="3148"/>
                </a:lnTo>
                <a:lnTo>
                  <a:pt x="18188" y="2579"/>
                </a:lnTo>
                <a:lnTo>
                  <a:pt x="17707" y="2055"/>
                </a:lnTo>
                <a:lnTo>
                  <a:pt x="17183" y="1574"/>
                </a:lnTo>
                <a:lnTo>
                  <a:pt x="16658" y="1137"/>
                </a:lnTo>
                <a:lnTo>
                  <a:pt x="16046" y="787"/>
                </a:lnTo>
                <a:lnTo>
                  <a:pt x="15434" y="481"/>
                </a:lnTo>
                <a:lnTo>
                  <a:pt x="14822" y="262"/>
                </a:lnTo>
                <a:lnTo>
                  <a:pt x="14122" y="131"/>
                </a:lnTo>
                <a:lnTo>
                  <a:pt x="134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An abstract texture of raised wave shapes on a white surface. " id="468" name="Google Shape;468;p62"/>
          <p:cNvPicPr preferRelativeResize="0"/>
          <p:nvPr/>
        </p:nvPicPr>
        <p:blipFill rotWithShape="1">
          <a:blip r:embed="rId3">
            <a:alphaModFix amt="50000"/>
          </a:blip>
          <a:srcRect b="0" l="23649" r="43594" t="21820"/>
          <a:stretch/>
        </p:blipFill>
        <p:spPr>
          <a:xfrm>
            <a:off x="7064775" y="573900"/>
            <a:ext cx="1794600" cy="42831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/>
          <p:nvPr/>
        </p:nvSpPr>
        <p:spPr>
          <a:xfrm flipH="1">
            <a:off x="3178349" y="389400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4" name="Google Shape;474;p63"/>
          <p:cNvSpPr/>
          <p:nvPr/>
        </p:nvSpPr>
        <p:spPr>
          <a:xfrm flipH="1">
            <a:off x="6071924" y="389400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5" name="Google Shape;475;p63"/>
          <p:cNvSpPr/>
          <p:nvPr/>
        </p:nvSpPr>
        <p:spPr>
          <a:xfrm flipH="1">
            <a:off x="3178349" y="1506375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6" name="Google Shape;476;p63"/>
          <p:cNvSpPr/>
          <p:nvPr/>
        </p:nvSpPr>
        <p:spPr>
          <a:xfrm flipH="1">
            <a:off x="6071924" y="1506375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7" name="Google Shape;477;p63"/>
          <p:cNvSpPr/>
          <p:nvPr/>
        </p:nvSpPr>
        <p:spPr>
          <a:xfrm flipH="1">
            <a:off x="3178349" y="2623350"/>
            <a:ext cx="2787300" cy="1010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8" name="Google Shape;478;p63"/>
          <p:cNvSpPr txBox="1"/>
          <p:nvPr>
            <p:ph type="title"/>
          </p:nvPr>
        </p:nvSpPr>
        <p:spPr>
          <a:xfrm>
            <a:off x="284775" y="282900"/>
            <a:ext cx="2787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479" name="Google Shape;479;p63"/>
          <p:cNvSpPr txBox="1"/>
          <p:nvPr>
            <p:ph idx="3" type="subTitle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Working</a:t>
            </a:r>
            <a:endParaRPr/>
          </a:p>
        </p:txBody>
      </p:sp>
      <p:sp>
        <p:nvSpPr>
          <p:cNvPr id="480" name="Google Shape;480;p63"/>
          <p:cNvSpPr txBox="1"/>
          <p:nvPr>
            <p:ph idx="4" type="subTitle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 n Cons</a:t>
            </a:r>
            <a:endParaRPr/>
          </a:p>
        </p:txBody>
      </p:sp>
      <p:sp>
        <p:nvSpPr>
          <p:cNvPr id="481" name="Google Shape;481;p63"/>
          <p:cNvSpPr txBox="1"/>
          <p:nvPr>
            <p:ph idx="1" type="subTitle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</a:t>
            </a:r>
            <a:r>
              <a:rPr lang="en"/>
              <a:t>is Logistic</a:t>
            </a:r>
            <a:r>
              <a:rPr lang="en"/>
              <a:t> Regression</a:t>
            </a:r>
            <a:endParaRPr/>
          </a:p>
        </p:txBody>
      </p:sp>
      <p:sp>
        <p:nvSpPr>
          <p:cNvPr id="482" name="Google Shape;482;p63"/>
          <p:cNvSpPr txBox="1"/>
          <p:nvPr>
            <p:ph idx="2" type="subTitle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use it?</a:t>
            </a:r>
            <a:endParaRPr/>
          </a:p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Output</a:t>
            </a:r>
            <a:endParaRPr/>
          </a:p>
        </p:txBody>
      </p:sp>
      <p:sp>
        <p:nvSpPr>
          <p:cNvPr id="484" name="Google Shape;484;p63"/>
          <p:cNvSpPr txBox="1"/>
          <p:nvPr>
            <p:ph idx="9" type="subTitle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5" name="Google Shape;485;p63"/>
          <p:cNvSpPr txBox="1"/>
          <p:nvPr>
            <p:ph idx="13" type="subTitle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86" name="Google Shape;486;p63"/>
          <p:cNvSpPr txBox="1"/>
          <p:nvPr>
            <p:ph idx="14" type="subTitle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87" name="Google Shape;487;p63"/>
          <p:cNvSpPr txBox="1"/>
          <p:nvPr>
            <p:ph idx="15" type="subTitle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88" name="Google Shape;488;p63"/>
          <p:cNvSpPr txBox="1"/>
          <p:nvPr>
            <p:ph idx="16" type="subTitle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4"/>
          <p:cNvSpPr txBox="1"/>
          <p:nvPr>
            <p:ph idx="1" type="subTitle"/>
          </p:nvPr>
        </p:nvSpPr>
        <p:spPr>
          <a:xfrm>
            <a:off x="917100" y="3989175"/>
            <a:ext cx="4431300" cy="5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Logistic Regression?</a:t>
            </a:r>
            <a:endParaRPr/>
          </a:p>
        </p:txBody>
      </p:sp>
      <p:sp>
        <p:nvSpPr>
          <p:cNvPr id="494" name="Google Shape;494;p64"/>
          <p:cNvSpPr txBox="1"/>
          <p:nvPr>
            <p:ph type="title"/>
          </p:nvPr>
        </p:nvSpPr>
        <p:spPr>
          <a:xfrm>
            <a:off x="917100" y="528525"/>
            <a:ext cx="7337100" cy="29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machine learning algorithm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for </a:t>
            </a: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classification problems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the output variable has exactly </a:t>
            </a: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possible outcomes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representations: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i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/ No / False</a:t>
            </a:r>
            <a:br>
              <a:rPr i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i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/ Yes / True</a:t>
            </a:r>
            <a:br>
              <a:rPr i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Although the term </a:t>
            </a:r>
            <a:r>
              <a:rPr i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appears in its name, </a:t>
            </a: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 is a classification algorithm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because the final output is a </a:t>
            </a: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label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not a continuous value.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bstract white paper waves 3d rendering. Modern minimal design, paper art style (Provided by Getty Images)" id="495" name="Google Shape;495;p64"/>
          <p:cNvPicPr preferRelativeResize="0"/>
          <p:nvPr>
            <p:ph idx="2" type="pic"/>
          </p:nvPr>
        </p:nvPicPr>
        <p:blipFill rotWithShape="1">
          <a:blip r:embed="rId3">
            <a:alphaModFix amt="70000"/>
          </a:blip>
          <a:srcRect b="64616" l="45468" r="0" t="2053"/>
          <a:stretch/>
        </p:blipFill>
        <p:spPr>
          <a:xfrm>
            <a:off x="5965025" y="3740450"/>
            <a:ext cx="2894400" cy="11169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5"/>
          <p:cNvSpPr txBox="1"/>
          <p:nvPr>
            <p:ph type="title"/>
          </p:nvPr>
        </p:nvSpPr>
        <p:spPr>
          <a:xfrm>
            <a:off x="284775" y="282900"/>
            <a:ext cx="4233300" cy="14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use Logistic Regression?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imagine this image and give a perfect image of logistic regression" id="501" name="Google Shape;50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475" y="152400"/>
            <a:ext cx="4321125" cy="432112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65"/>
          <p:cNvSpPr txBox="1"/>
          <p:nvPr/>
        </p:nvSpPr>
        <p:spPr>
          <a:xfrm>
            <a:off x="141975" y="1650550"/>
            <a:ext cx="45189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Regression is not suitable for classification tasks because: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can predict values outside the range ([0, 1])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does not provide probabilistic interpretation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fails to create a proper decision boundary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overcomes these limitations by: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Applying a sigmoid (logistic) function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Mapping real-valued outputs to probabilities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Restricting predictions to the interval ((0, 1))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6"/>
          <p:cNvSpPr txBox="1"/>
          <p:nvPr>
            <p:ph type="title"/>
          </p:nvPr>
        </p:nvSpPr>
        <p:spPr>
          <a:xfrm>
            <a:off x="284775" y="282900"/>
            <a:ext cx="6510300" cy="9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Logistic Regression work?</a:t>
            </a:r>
            <a:endParaRPr/>
          </a:p>
        </p:txBody>
      </p:sp>
      <p:pic>
        <p:nvPicPr>
          <p:cNvPr descr="Step 1: Linear Model&#10;The model first computes a linear combination of input features:&#10;&#10;z=w1​x1​+w2​x2​+⋯+wn​xn​+b&#10;&#10;where&#10;&#10;{w} = [w_1, w_2,..... w_n] is the weight vector,&#10;{x} = [x_1, x_2,........dots, x_n] is the feature vector,&#10;and (b) is the bias term.&#10;&#10;Step 2: Sigmoid (Logistic) Function&#10;The sigmoid function converts the linear output into a probability:&#10;&#10;σ(z)=1/1+e^(−z1)​&#10;&#10;This ensures the output lies strictly between 0 and 1.&#10;&#10;Step 3: Hypothesis Function&#10;The predicted probability of class 1 is given by:&#10;&#10;h(x) = P(y = 1 | x) = σ(w·x + b)&#10;&#10;Step 4: Decision Rule&#10;The predicted class label is obtained using a threshold (typically 0.5):&#10;&#10;If h(x) ≥ 0.5 → predict class 1 If h(x) &lt; 0.5 → predict class 0&#10;&#10;Step 5: Cost Function (Binary Cross-Entropy)&#10;Logistic Regression uses the log loss function:&#10;&#10;J(w, b) = − (1/m) * Σ [ y(i) * log(h(x(i))) + (1 − y(i)) * log(1 − h(x(i))) ]&#10;&#10;where: m = number of training samples y(i) = true label of ith sample h(x(i)) = predicted probability for ith sample&#10;&#10;Mean Squared Error is not used because it results in a non-convex optimization problem.&#10;&#10;Step 6: Optimization Using Gradient Descent&#10;The parameters are updated iteratively as follows:&#10;&#10;Weights and bias are updated iteratively:&#10;&#10;wj = wj − α * (∂J / ∂wj) b = b − α * (∂J / ∂b)&#10;&#10;where α is the learning rate.&#10;&#10;The gradients are given by:&#10;&#10;∂J / ∂wj = (1/m) * Σ (h(x(i)) − y(i)) * xj(i) ∂J / ∂b = (1/m) * Σ (h(x(i)) − y(i)) ]&quot; summrize this in one picture of working of logistic regresssion" id="508" name="Google Shape;50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2800"/>
            <a:ext cx="3558300" cy="35583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66"/>
          <p:cNvSpPr txBox="1"/>
          <p:nvPr/>
        </p:nvSpPr>
        <p:spPr>
          <a:xfrm>
            <a:off x="3795475" y="1085075"/>
            <a:ext cx="2751600" cy="4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Input features:</a:t>
            </a:r>
            <a:br>
              <a:rPr lang="en"/>
            </a:br>
            <a:r>
              <a:rPr lang="en"/>
              <a:t> x = (x1, x2, …, xn)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Linear combination:</a:t>
            </a:r>
            <a:br>
              <a:rPr lang="en"/>
            </a:br>
            <a:r>
              <a:rPr lang="en"/>
              <a:t> z = w1x1 + w2x2 + … + wnxn + b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Activation function:</a:t>
            </a:r>
            <a:br>
              <a:rPr lang="en"/>
            </a:br>
            <a:r>
              <a:rPr lang="en"/>
              <a:t> Sigmoid function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Sigmoid equation:</a:t>
            </a:r>
            <a:br>
              <a:rPr lang="en"/>
            </a:br>
            <a:r>
              <a:rPr lang="en"/>
              <a:t> σ(z) = 1 / (1 + e^(−z))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Probability output:</a:t>
            </a:r>
            <a:br>
              <a:rPr lang="en"/>
            </a:br>
            <a:r>
              <a:rPr lang="en"/>
              <a:t> P(y = 1 | x) = σ(z)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Decision threshold:</a:t>
            </a:r>
            <a:br>
              <a:rPr lang="en"/>
            </a:br>
            <a:r>
              <a:rPr lang="en"/>
              <a:t> Threshold = 0.5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66"/>
          <p:cNvSpPr txBox="1"/>
          <p:nvPr/>
        </p:nvSpPr>
        <p:spPr>
          <a:xfrm>
            <a:off x="6547075" y="0"/>
            <a:ext cx="2596800" cy="5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 prediction rule:</a:t>
            </a:r>
            <a:br>
              <a:rPr lang="en"/>
            </a:br>
            <a:r>
              <a:rPr lang="en"/>
              <a:t> σ(z) ≥ 0.5 → Class 1</a:t>
            </a:r>
            <a:br>
              <a:rPr lang="en"/>
            </a:br>
            <a:r>
              <a:rPr lang="en"/>
              <a:t> σ(z) &lt; 0.5 → Class 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Loss function:</a:t>
            </a:r>
            <a:br>
              <a:rPr lang="en"/>
            </a:br>
            <a:r>
              <a:rPr lang="en"/>
              <a:t> Binary Cross-Entropy (Log Loss)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Loss equation:</a:t>
            </a:r>
            <a:br>
              <a:rPr lang="en"/>
            </a:br>
            <a:r>
              <a:rPr lang="en"/>
              <a:t> L = −[ y log(p) + (1 − y) log(1 − p) 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Optimization method:</a:t>
            </a:r>
            <a:br>
              <a:rPr lang="en"/>
            </a:br>
            <a:r>
              <a:rPr lang="en"/>
              <a:t> Gradient Descent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Parameter update:</a:t>
            </a:r>
            <a:br>
              <a:rPr lang="en"/>
            </a:br>
            <a:r>
              <a:rPr lang="en"/>
              <a:t> w = w − α ∂L/∂w</a:t>
            </a:r>
            <a:br>
              <a:rPr lang="en"/>
            </a:br>
            <a:r>
              <a:rPr lang="en"/>
              <a:t> b = b − α ∂L/∂b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Stopping criterion:</a:t>
            </a:r>
            <a:br>
              <a:rPr lang="en"/>
            </a:br>
            <a:r>
              <a:rPr lang="en"/>
              <a:t> Loss convergence or max iterations</a:t>
            </a:r>
            <a:endParaRPr/>
          </a:p>
        </p:txBody>
      </p:sp>
      <p:cxnSp>
        <p:nvCxnSpPr>
          <p:cNvPr id="511" name="Google Shape;511;p66"/>
          <p:cNvCxnSpPr/>
          <p:nvPr/>
        </p:nvCxnSpPr>
        <p:spPr>
          <a:xfrm>
            <a:off x="6468600" y="1420625"/>
            <a:ext cx="59700" cy="3363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ive a image which dont have any spcae above image " id="516" name="Google Shape;516;p67"/>
          <p:cNvPicPr preferRelativeResize="0"/>
          <p:nvPr/>
        </p:nvPicPr>
        <p:blipFill rotWithShape="1">
          <a:blip r:embed="rId3">
            <a:alphaModFix/>
          </a:blip>
          <a:srcRect b="0" l="0" r="0" t="-4810"/>
          <a:stretch/>
        </p:blipFill>
        <p:spPr>
          <a:xfrm>
            <a:off x="68050" y="0"/>
            <a:ext cx="8791325" cy="529385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67"/>
          <p:cNvSpPr/>
          <p:nvPr/>
        </p:nvSpPr>
        <p:spPr>
          <a:xfrm>
            <a:off x="284700" y="286200"/>
            <a:ext cx="2893500" cy="8367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8" name="Google Shape;518;p67"/>
          <p:cNvSpPr txBox="1"/>
          <p:nvPr>
            <p:ph type="title"/>
          </p:nvPr>
        </p:nvSpPr>
        <p:spPr>
          <a:xfrm>
            <a:off x="537000" y="496800"/>
            <a:ext cx="3364500" cy="415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Pros n Cons</a:t>
            </a:r>
            <a:endParaRPr b="1"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8"/>
          <p:cNvSpPr/>
          <p:nvPr/>
        </p:nvSpPr>
        <p:spPr>
          <a:xfrm>
            <a:off x="212250" y="282900"/>
            <a:ext cx="1815900" cy="8367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4" name="Google Shape;524;p68"/>
          <p:cNvSpPr txBox="1"/>
          <p:nvPr>
            <p:ph type="title"/>
          </p:nvPr>
        </p:nvSpPr>
        <p:spPr>
          <a:xfrm>
            <a:off x="516875" y="493500"/>
            <a:ext cx="1735800" cy="415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Task</a:t>
            </a:r>
            <a:endParaRPr b="1" sz="3000"/>
          </a:p>
        </p:txBody>
      </p:sp>
      <p:pic>
        <p:nvPicPr>
          <p:cNvPr id="525" name="Google Shape;52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7325" y="1506375"/>
            <a:ext cx="4866076" cy="292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38" y="1896975"/>
            <a:ext cx="3132525" cy="2139381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68"/>
          <p:cNvSpPr txBox="1"/>
          <p:nvPr/>
        </p:nvSpPr>
        <p:spPr>
          <a:xfrm>
            <a:off x="212250" y="4127500"/>
            <a:ext cx="3225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Heat Map of Multiclass Regression</a:t>
            </a:r>
            <a:endParaRPr sz="18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3556913" y="909000"/>
            <a:ext cx="46269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Output of Binary Logistic Regression</a:t>
            </a:r>
            <a:endParaRPr sz="18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9"/>
          <p:cNvSpPr txBox="1"/>
          <p:nvPr>
            <p:ph type="title"/>
          </p:nvPr>
        </p:nvSpPr>
        <p:spPr>
          <a:xfrm>
            <a:off x="791700" y="2110950"/>
            <a:ext cx="3727200" cy="81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 Research Review | Bento">
  <a:themeElements>
    <a:clrScheme name="Simple Light">
      <a:dk1>
        <a:srgbClr val="F0F0F0"/>
      </a:dk1>
      <a:lt1>
        <a:srgbClr val="3D3D3D"/>
      </a:lt1>
      <a:dk2>
        <a:srgbClr val="FFBDE9"/>
      </a:dk2>
      <a:lt2>
        <a:srgbClr val="FFFCFA"/>
      </a:lt2>
      <a:accent1>
        <a:srgbClr val="FE5418"/>
      </a:accent1>
      <a:accent2>
        <a:srgbClr val="5237E6"/>
      </a:accent2>
      <a:accent3>
        <a:srgbClr val="7DDA92"/>
      </a:accent3>
      <a:accent4>
        <a:srgbClr val="B8A7FF"/>
      </a:accent4>
      <a:accent5>
        <a:srgbClr val="039366"/>
      </a:accent5>
      <a:accent6>
        <a:srgbClr val="E992D5"/>
      </a:accent6>
      <a:hlink>
        <a:srgbClr val="E1E5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